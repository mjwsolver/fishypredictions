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77" r:id="rId4"/>
    <p:sldId id="278" r:id="rId5"/>
    <p:sldId id="284" r:id="rId6"/>
    <p:sldId id="282" r:id="rId7"/>
    <p:sldId id="279" r:id="rId8"/>
    <p:sldId id="280" r:id="rId9"/>
    <p:sldId id="281" r:id="rId10"/>
    <p:sldId id="283" r:id="rId11"/>
    <p:sldId id="276" r:id="rId12"/>
  </p:sldIdLst>
  <p:sldSz cx="18288000" cy="10287000"/>
  <p:notesSz cx="6858000" cy="9144000"/>
  <p:embeddedFontLst>
    <p:embeddedFont>
      <p:font typeface="Tahoma" panose="020B0604030504040204" pitchFamily="3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g3bf5edRN8d12xgjKptPeNafu6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p:restoredTop sz="96197"/>
  </p:normalViewPr>
  <p:slideViewPr>
    <p:cSldViewPr snapToGrid="0">
      <p:cViewPr varScale="1">
        <p:scale>
          <a:sx n="85" d="100"/>
          <a:sy n="85" d="100"/>
        </p:scale>
        <p:origin x="208"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3" d="100"/>
          <a:sy n="93" d="100"/>
        </p:scale>
        <p:origin x="3784"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 name="Google Shape;4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15"/>
          <p:cNvSpPr txBox="1">
            <a:spLocks noGrp="1"/>
          </p:cNvSpPr>
          <p:nvPr>
            <p:ph type="title"/>
          </p:nvPr>
        </p:nvSpPr>
        <p:spPr>
          <a:xfrm>
            <a:off x="1028700" y="2319925"/>
            <a:ext cx="12518400" cy="3634800"/>
          </a:xfrm>
          <a:prstGeom prst="rect">
            <a:avLst/>
          </a:prstGeom>
          <a:noFill/>
          <a:ln>
            <a:noFill/>
          </a:ln>
        </p:spPr>
        <p:txBody>
          <a:bodyPr spcFirstLastPara="1" wrap="square" lIns="91425" tIns="45700" rIns="91425" bIns="45700" anchor="b" anchorCtr="0">
            <a:noAutofit/>
          </a:bodyPr>
          <a:lstStyle>
            <a:lvl1pPr marR="0" lvl="0" algn="l">
              <a:lnSpc>
                <a:spcPct val="120002"/>
              </a:lnSpc>
              <a:spcBef>
                <a:spcPts val="0"/>
              </a:spcBef>
              <a:spcAft>
                <a:spcPts val="0"/>
              </a:spcAft>
              <a:buSzPts val="4400"/>
              <a:buNone/>
              <a:defRPr sz="7600">
                <a:latin typeface="Cambria"/>
                <a:ea typeface="Cambria"/>
                <a:cs typeface="Cambria"/>
                <a:sym typeface="Cambria"/>
              </a:defRPr>
            </a:lvl1pPr>
            <a:lvl2pPr lvl="1" algn="l">
              <a:lnSpc>
                <a:spcPct val="100000"/>
              </a:lnSpc>
              <a:spcBef>
                <a:spcPts val="0"/>
              </a:spcBef>
              <a:spcAft>
                <a:spcPts val="0"/>
              </a:spcAft>
              <a:buSzPts val="1400"/>
              <a:buNone/>
              <a:defRPr>
                <a:latin typeface="Tahoma"/>
                <a:ea typeface="Tahoma"/>
                <a:cs typeface="Tahoma"/>
                <a:sym typeface="Tahoma"/>
              </a:defRPr>
            </a:lvl2pPr>
            <a:lvl3pPr lvl="2" algn="l">
              <a:lnSpc>
                <a:spcPct val="100000"/>
              </a:lnSpc>
              <a:spcBef>
                <a:spcPts val="0"/>
              </a:spcBef>
              <a:spcAft>
                <a:spcPts val="0"/>
              </a:spcAft>
              <a:buSzPts val="1400"/>
              <a:buNone/>
              <a:defRPr>
                <a:latin typeface="Tahoma"/>
                <a:ea typeface="Tahoma"/>
                <a:cs typeface="Tahoma"/>
                <a:sym typeface="Tahoma"/>
              </a:defRPr>
            </a:lvl3pPr>
            <a:lvl4pPr lvl="3" algn="l">
              <a:lnSpc>
                <a:spcPct val="100000"/>
              </a:lnSpc>
              <a:spcBef>
                <a:spcPts val="0"/>
              </a:spcBef>
              <a:spcAft>
                <a:spcPts val="0"/>
              </a:spcAft>
              <a:buSzPts val="1400"/>
              <a:buNone/>
              <a:defRPr>
                <a:latin typeface="Tahoma"/>
                <a:ea typeface="Tahoma"/>
                <a:cs typeface="Tahoma"/>
                <a:sym typeface="Tahoma"/>
              </a:defRPr>
            </a:lvl4pPr>
            <a:lvl5pPr lvl="4" algn="l">
              <a:lnSpc>
                <a:spcPct val="100000"/>
              </a:lnSpc>
              <a:spcBef>
                <a:spcPts val="0"/>
              </a:spcBef>
              <a:spcAft>
                <a:spcPts val="0"/>
              </a:spcAft>
              <a:buSzPts val="1400"/>
              <a:buNone/>
              <a:defRPr>
                <a:latin typeface="Tahoma"/>
                <a:ea typeface="Tahoma"/>
                <a:cs typeface="Tahoma"/>
                <a:sym typeface="Tahoma"/>
              </a:defRPr>
            </a:lvl5pPr>
            <a:lvl6pPr lvl="5" algn="l">
              <a:lnSpc>
                <a:spcPct val="100000"/>
              </a:lnSpc>
              <a:spcBef>
                <a:spcPts val="0"/>
              </a:spcBef>
              <a:spcAft>
                <a:spcPts val="0"/>
              </a:spcAft>
              <a:buSzPts val="1400"/>
              <a:buNone/>
              <a:defRPr>
                <a:latin typeface="Tahoma"/>
                <a:ea typeface="Tahoma"/>
                <a:cs typeface="Tahoma"/>
                <a:sym typeface="Tahoma"/>
              </a:defRPr>
            </a:lvl6pPr>
            <a:lvl7pPr lvl="6" algn="l">
              <a:lnSpc>
                <a:spcPct val="100000"/>
              </a:lnSpc>
              <a:spcBef>
                <a:spcPts val="0"/>
              </a:spcBef>
              <a:spcAft>
                <a:spcPts val="0"/>
              </a:spcAft>
              <a:buSzPts val="1400"/>
              <a:buNone/>
              <a:defRPr>
                <a:latin typeface="Tahoma"/>
                <a:ea typeface="Tahoma"/>
                <a:cs typeface="Tahoma"/>
                <a:sym typeface="Tahoma"/>
              </a:defRPr>
            </a:lvl7pPr>
            <a:lvl8pPr lvl="7" algn="l">
              <a:lnSpc>
                <a:spcPct val="100000"/>
              </a:lnSpc>
              <a:spcBef>
                <a:spcPts val="0"/>
              </a:spcBef>
              <a:spcAft>
                <a:spcPts val="0"/>
              </a:spcAft>
              <a:buSzPts val="1400"/>
              <a:buNone/>
              <a:defRPr>
                <a:latin typeface="Tahoma"/>
                <a:ea typeface="Tahoma"/>
                <a:cs typeface="Tahoma"/>
                <a:sym typeface="Tahoma"/>
              </a:defRPr>
            </a:lvl8pPr>
            <a:lvl9pPr lvl="8" algn="l">
              <a:lnSpc>
                <a:spcPct val="100000"/>
              </a:lnSpc>
              <a:spcBef>
                <a:spcPts val="0"/>
              </a:spcBef>
              <a:spcAft>
                <a:spcPts val="0"/>
              </a:spcAft>
              <a:buSzPts val="1400"/>
              <a:buNone/>
              <a:defRPr>
                <a:latin typeface="Tahoma"/>
                <a:ea typeface="Tahoma"/>
                <a:cs typeface="Tahoma"/>
                <a:sym typeface="Tahoma"/>
              </a:defRPr>
            </a:lvl9pPr>
          </a:lstStyle>
          <a:p>
            <a:endParaRPr/>
          </a:p>
        </p:txBody>
      </p:sp>
      <p:grpSp>
        <p:nvGrpSpPr>
          <p:cNvPr id="10" name="Google Shape;10;p15"/>
          <p:cNvGrpSpPr/>
          <p:nvPr/>
        </p:nvGrpSpPr>
        <p:grpSpPr>
          <a:xfrm>
            <a:off x="11506841" y="-144637"/>
            <a:ext cx="10786223" cy="10576273"/>
            <a:chOff x="0" y="0"/>
            <a:chExt cx="14381630" cy="14101698"/>
          </a:xfrm>
        </p:grpSpPr>
        <p:sp>
          <p:nvSpPr>
            <p:cNvPr id="11" name="Google Shape;11;p15"/>
            <p:cNvSpPr/>
            <p:nvPr/>
          </p:nvSpPr>
          <p:spPr>
            <a:xfrm>
              <a:off x="0" y="7042815"/>
              <a:ext cx="12363028" cy="7058883"/>
            </a:xfrm>
            <a:custGeom>
              <a:avLst/>
              <a:gdLst/>
              <a:ahLst/>
              <a:cxnLst/>
              <a:rect l="l" t="t" r="r" b="b"/>
              <a:pathLst>
                <a:path w="12363028" h="7058883" extrusionOk="0">
                  <a:moveTo>
                    <a:pt x="0" y="0"/>
                  </a:moveTo>
                  <a:lnTo>
                    <a:pt x="12363028" y="0"/>
                  </a:lnTo>
                  <a:lnTo>
                    <a:pt x="12363028" y="7058883"/>
                  </a:lnTo>
                  <a:lnTo>
                    <a:pt x="0" y="7058883"/>
                  </a:lnTo>
                  <a:lnTo>
                    <a:pt x="0" y="0"/>
                  </a:lnTo>
                  <a:close/>
                </a:path>
              </a:pathLst>
            </a:custGeom>
            <a:blipFill rotWithShape="1">
              <a:blip r:embed="rId2">
                <a:alphaModFix/>
              </a:blip>
              <a:stretch>
                <a:fillRect t="-51563"/>
              </a:stretch>
            </a:blipFill>
            <a:ln>
              <a:noFill/>
            </a:ln>
          </p:spPr>
          <p:txBody>
            <a:bodyPr/>
            <a:lstStyle/>
            <a:p>
              <a:endParaRPr lang="en-US"/>
            </a:p>
          </p:txBody>
        </p:sp>
        <p:sp>
          <p:nvSpPr>
            <p:cNvPr id="12" name="Google Shape;12;p15"/>
            <p:cNvSpPr/>
            <p:nvPr/>
          </p:nvSpPr>
          <p:spPr>
            <a:xfrm>
              <a:off x="2018602" y="0"/>
              <a:ext cx="12363028" cy="7058883"/>
            </a:xfrm>
            <a:custGeom>
              <a:avLst/>
              <a:gdLst/>
              <a:ahLst/>
              <a:cxnLst/>
              <a:rect l="l" t="t" r="r" b="b"/>
              <a:pathLst>
                <a:path w="12363028" h="7058883" extrusionOk="0">
                  <a:moveTo>
                    <a:pt x="0" y="0"/>
                  </a:moveTo>
                  <a:lnTo>
                    <a:pt x="12363028" y="0"/>
                  </a:lnTo>
                  <a:lnTo>
                    <a:pt x="12363028" y="7058883"/>
                  </a:lnTo>
                  <a:lnTo>
                    <a:pt x="0" y="7058883"/>
                  </a:lnTo>
                  <a:lnTo>
                    <a:pt x="0" y="0"/>
                  </a:lnTo>
                  <a:close/>
                </a:path>
              </a:pathLst>
            </a:custGeom>
            <a:blipFill rotWithShape="1">
              <a:blip r:embed="rId2">
                <a:alphaModFix/>
              </a:blip>
              <a:stretch>
                <a:fillRect t="-51563"/>
              </a:stretch>
            </a:blipFill>
            <a:ln>
              <a:noFill/>
            </a:ln>
          </p:spPr>
          <p:txBody>
            <a:bodyPr/>
            <a:lstStyle/>
            <a:p>
              <a:endParaRPr lang="en-US"/>
            </a:p>
          </p:txBody>
        </p:sp>
      </p:grpSp>
      <p:sp>
        <p:nvSpPr>
          <p:cNvPr id="13" name="Google Shape;13;p15"/>
          <p:cNvSpPr/>
          <p:nvPr/>
        </p:nvSpPr>
        <p:spPr>
          <a:xfrm>
            <a:off x="-9401127" y="8681862"/>
            <a:ext cx="15739512" cy="3209830"/>
          </a:xfrm>
          <a:custGeom>
            <a:avLst/>
            <a:gdLst/>
            <a:ahLst/>
            <a:cxnLst/>
            <a:rect l="l" t="t" r="r" b="b"/>
            <a:pathLst>
              <a:path w="26342280" h="5372100" extrusionOk="0">
                <a:moveTo>
                  <a:pt x="24791611" y="0"/>
                </a:moveTo>
                <a:lnTo>
                  <a:pt x="1550670" y="0"/>
                </a:lnTo>
                <a:lnTo>
                  <a:pt x="0" y="2686050"/>
                </a:lnTo>
                <a:lnTo>
                  <a:pt x="1550670" y="5372100"/>
                </a:lnTo>
                <a:lnTo>
                  <a:pt x="24791611" y="5372100"/>
                </a:lnTo>
                <a:lnTo>
                  <a:pt x="26342280" y="2686050"/>
                </a:lnTo>
                <a:lnTo>
                  <a:pt x="24791611" y="0"/>
                </a:lnTo>
                <a:close/>
              </a:path>
            </a:pathLst>
          </a:custGeom>
          <a:solidFill>
            <a:srgbClr val="1B4EC4"/>
          </a:solidFill>
          <a:ln>
            <a:noFill/>
          </a:ln>
        </p:spPr>
        <p:txBody>
          <a:bodyPr/>
          <a:lstStyle/>
          <a:p>
            <a:endParaRPr lang="en-US"/>
          </a:p>
        </p:txBody>
      </p:sp>
      <p:sp>
        <p:nvSpPr>
          <p:cNvPr id="14" name="Google Shape;14;p15"/>
          <p:cNvSpPr txBox="1"/>
          <p:nvPr/>
        </p:nvSpPr>
        <p:spPr>
          <a:xfrm>
            <a:off x="1050084" y="9191625"/>
            <a:ext cx="3570600" cy="446100"/>
          </a:xfrm>
          <a:prstGeom prst="rect">
            <a:avLst/>
          </a:prstGeom>
          <a:noFill/>
          <a:ln>
            <a:noFill/>
          </a:ln>
        </p:spPr>
        <p:txBody>
          <a:bodyPr spcFirstLastPara="1" wrap="square" lIns="0" tIns="0" rIns="0" bIns="0" anchor="t" anchorCtr="0">
            <a:spAutoFit/>
          </a:bodyPr>
          <a:lstStyle/>
          <a:p>
            <a:pPr marL="0" marR="0" lvl="0" indent="0" algn="l" rtl="0">
              <a:lnSpc>
                <a:spcPct val="140013"/>
              </a:lnSpc>
              <a:spcBef>
                <a:spcPts val="0"/>
              </a:spcBef>
              <a:spcAft>
                <a:spcPts val="0"/>
              </a:spcAft>
              <a:buClr>
                <a:srgbClr val="000000"/>
              </a:buClr>
              <a:buSzPts val="2899"/>
              <a:buFont typeface="Arial"/>
              <a:buNone/>
            </a:pPr>
            <a:r>
              <a:rPr lang="en-US" sz="2899" b="1" i="0" u="none" strike="noStrike" cap="none">
                <a:solidFill>
                  <a:srgbClr val="FFFFFF"/>
                </a:solidFill>
                <a:latin typeface="Tahoma"/>
                <a:ea typeface="Tahoma"/>
                <a:cs typeface="Tahoma"/>
                <a:sym typeface="Tahoma"/>
              </a:rPr>
              <a:t>ELEARN.UC.AC.ID</a:t>
            </a:r>
            <a:endParaRPr sz="1400" b="0" i="0" u="none" strike="noStrike" cap="none">
              <a:solidFill>
                <a:srgbClr val="000000"/>
              </a:solidFill>
              <a:latin typeface="Arial"/>
              <a:ea typeface="Arial"/>
              <a:cs typeface="Arial"/>
              <a:sym typeface="Arial"/>
            </a:endParaRPr>
          </a:p>
        </p:txBody>
      </p:sp>
      <p:sp>
        <p:nvSpPr>
          <p:cNvPr id="15" name="Google Shape;15;p15"/>
          <p:cNvSpPr txBox="1">
            <a:spLocks noGrp="1"/>
          </p:cNvSpPr>
          <p:nvPr>
            <p:ph type="subTitle" idx="1"/>
          </p:nvPr>
        </p:nvSpPr>
        <p:spPr>
          <a:xfrm>
            <a:off x="1050075" y="6159750"/>
            <a:ext cx="12518400" cy="633300"/>
          </a:xfrm>
          <a:prstGeom prst="rect">
            <a:avLst/>
          </a:prstGeom>
          <a:noFill/>
          <a:ln>
            <a:noFill/>
          </a:ln>
        </p:spPr>
        <p:txBody>
          <a:bodyPr spcFirstLastPara="1" wrap="square" lIns="91425" tIns="45700" rIns="91425" bIns="45700" anchor="t" anchorCtr="0">
            <a:normAutofit/>
          </a:bodyPr>
          <a:lstStyle>
            <a:lvl1pPr marR="0" lvl="0" algn="l">
              <a:lnSpc>
                <a:spcPct val="120000"/>
              </a:lnSpc>
              <a:spcBef>
                <a:spcPts val="0"/>
              </a:spcBef>
              <a:spcAft>
                <a:spcPts val="0"/>
              </a:spcAft>
              <a:buClr>
                <a:srgbClr val="000000"/>
              </a:buClr>
              <a:buSzPts val="3200"/>
              <a:buFont typeface="Arial"/>
              <a:buNone/>
              <a:defRPr sz="3500" b="1">
                <a:solidFill>
                  <a:srgbClr val="1F72B9"/>
                </a:solidFill>
                <a:latin typeface="Tahoma"/>
                <a:ea typeface="Tahoma"/>
                <a:cs typeface="Tahoma"/>
                <a:sym typeface="Tahoma"/>
              </a:defRPr>
            </a:lvl1pPr>
            <a:lvl2pPr lvl="1" algn="l">
              <a:lnSpc>
                <a:spcPct val="115000"/>
              </a:lnSpc>
              <a:spcBef>
                <a:spcPts val="560"/>
              </a:spcBef>
              <a:spcAft>
                <a:spcPts val="0"/>
              </a:spcAft>
              <a:buSzPts val="2800"/>
              <a:buNone/>
              <a:defRPr/>
            </a:lvl2pPr>
            <a:lvl3pPr lvl="2" algn="l">
              <a:lnSpc>
                <a:spcPct val="115000"/>
              </a:lnSpc>
              <a:spcBef>
                <a:spcPts val="480"/>
              </a:spcBef>
              <a:spcAft>
                <a:spcPts val="0"/>
              </a:spcAft>
              <a:buSzPts val="2400"/>
              <a:buNone/>
              <a:defRPr/>
            </a:lvl3pPr>
            <a:lvl4pPr lvl="3" algn="l">
              <a:lnSpc>
                <a:spcPct val="115000"/>
              </a:lnSpc>
              <a:spcBef>
                <a:spcPts val="400"/>
              </a:spcBef>
              <a:spcAft>
                <a:spcPts val="0"/>
              </a:spcAft>
              <a:buSzPts val="2000"/>
              <a:buNone/>
              <a:defRPr/>
            </a:lvl4pPr>
            <a:lvl5pPr lvl="4" algn="l">
              <a:lnSpc>
                <a:spcPct val="115000"/>
              </a:lnSpc>
              <a:spcBef>
                <a:spcPts val="400"/>
              </a:spcBef>
              <a:spcAft>
                <a:spcPts val="0"/>
              </a:spcAft>
              <a:buSzPts val="2000"/>
              <a:buNone/>
              <a:defRPr/>
            </a:lvl5pPr>
            <a:lvl6pPr lvl="5" algn="l">
              <a:lnSpc>
                <a:spcPct val="115000"/>
              </a:lnSpc>
              <a:spcBef>
                <a:spcPts val="400"/>
              </a:spcBef>
              <a:spcAft>
                <a:spcPts val="0"/>
              </a:spcAft>
              <a:buSzPts val="2000"/>
              <a:buNone/>
              <a:defRPr/>
            </a:lvl6pPr>
            <a:lvl7pPr lvl="6" algn="l">
              <a:lnSpc>
                <a:spcPct val="115000"/>
              </a:lnSpc>
              <a:spcBef>
                <a:spcPts val="400"/>
              </a:spcBef>
              <a:spcAft>
                <a:spcPts val="0"/>
              </a:spcAft>
              <a:buSzPts val="2000"/>
              <a:buNone/>
              <a:defRPr/>
            </a:lvl7pPr>
            <a:lvl8pPr lvl="7" algn="l">
              <a:lnSpc>
                <a:spcPct val="115000"/>
              </a:lnSpc>
              <a:spcBef>
                <a:spcPts val="400"/>
              </a:spcBef>
              <a:spcAft>
                <a:spcPts val="0"/>
              </a:spcAft>
              <a:buSzPts val="2000"/>
              <a:buNone/>
              <a:defRPr/>
            </a:lvl8pPr>
            <a:lvl9pPr lvl="8" algn="l">
              <a:lnSpc>
                <a:spcPct val="115000"/>
              </a:lnSpc>
              <a:spcBef>
                <a:spcPts val="400"/>
              </a:spcBef>
              <a:spcAft>
                <a:spcPts val="0"/>
              </a:spcAft>
              <a:buSzPts val="2000"/>
              <a:buNone/>
              <a:defRPr/>
            </a:lvl9pPr>
          </a:lstStyle>
          <a:p>
            <a:endParaRPr/>
          </a:p>
        </p:txBody>
      </p:sp>
      <p:sp>
        <p:nvSpPr>
          <p:cNvPr id="16" name="Google Shape;16;p15"/>
          <p:cNvSpPr txBox="1">
            <a:spLocks noGrp="1"/>
          </p:cNvSpPr>
          <p:nvPr>
            <p:ph type="body" idx="2"/>
          </p:nvPr>
        </p:nvSpPr>
        <p:spPr>
          <a:xfrm>
            <a:off x="1050075" y="6998075"/>
            <a:ext cx="10287000" cy="1738500"/>
          </a:xfrm>
          <a:prstGeom prst="rect">
            <a:avLst/>
          </a:prstGeom>
          <a:noFill/>
          <a:ln>
            <a:noFill/>
          </a:ln>
        </p:spPr>
        <p:txBody>
          <a:bodyPr spcFirstLastPara="1" wrap="square" lIns="91425" tIns="45700" rIns="91425" bIns="45700" anchor="t" anchorCtr="0">
            <a:normAutofit/>
          </a:bodyPr>
          <a:lstStyle>
            <a:lvl1pPr marL="457200" lvl="0" indent="-419100" algn="l">
              <a:lnSpc>
                <a:spcPct val="115000"/>
              </a:lnSpc>
              <a:spcBef>
                <a:spcPts val="640"/>
              </a:spcBef>
              <a:spcAft>
                <a:spcPts val="0"/>
              </a:spcAft>
              <a:buSzPts val="3000"/>
              <a:buChar char="•"/>
              <a:defRPr sz="3000"/>
            </a:lvl1pPr>
            <a:lvl2pPr marL="914400" lvl="1" indent="-419100" algn="l">
              <a:lnSpc>
                <a:spcPct val="115000"/>
              </a:lnSpc>
              <a:spcBef>
                <a:spcPts val="560"/>
              </a:spcBef>
              <a:spcAft>
                <a:spcPts val="0"/>
              </a:spcAft>
              <a:buSzPts val="3000"/>
              <a:buChar char="–"/>
              <a:defRPr sz="3000"/>
            </a:lvl2pPr>
            <a:lvl3pPr marL="1371600" lvl="2" indent="-419100" algn="l">
              <a:lnSpc>
                <a:spcPct val="115000"/>
              </a:lnSpc>
              <a:spcBef>
                <a:spcPts val="480"/>
              </a:spcBef>
              <a:spcAft>
                <a:spcPts val="0"/>
              </a:spcAft>
              <a:buSzPts val="3000"/>
              <a:buChar char="•"/>
              <a:defRPr sz="3000"/>
            </a:lvl3pPr>
            <a:lvl4pPr marL="1828800" lvl="3" indent="-419100" algn="l">
              <a:lnSpc>
                <a:spcPct val="115000"/>
              </a:lnSpc>
              <a:spcBef>
                <a:spcPts val="400"/>
              </a:spcBef>
              <a:spcAft>
                <a:spcPts val="0"/>
              </a:spcAft>
              <a:buSzPts val="3000"/>
              <a:buChar char="–"/>
              <a:defRPr sz="3000"/>
            </a:lvl4pPr>
            <a:lvl5pPr marL="2286000" lvl="4" indent="-419100" algn="l">
              <a:lnSpc>
                <a:spcPct val="115000"/>
              </a:lnSpc>
              <a:spcBef>
                <a:spcPts val="400"/>
              </a:spcBef>
              <a:spcAft>
                <a:spcPts val="0"/>
              </a:spcAft>
              <a:buSzPts val="3000"/>
              <a:buChar char="»"/>
              <a:defRPr sz="3000"/>
            </a:lvl5pPr>
            <a:lvl6pPr marL="2743200" lvl="5" indent="-419100" algn="l">
              <a:lnSpc>
                <a:spcPct val="115000"/>
              </a:lnSpc>
              <a:spcBef>
                <a:spcPts val="400"/>
              </a:spcBef>
              <a:spcAft>
                <a:spcPts val="0"/>
              </a:spcAft>
              <a:buSzPts val="3000"/>
              <a:buChar char="•"/>
              <a:defRPr sz="3000"/>
            </a:lvl6pPr>
            <a:lvl7pPr marL="3200400" lvl="6" indent="-419100" algn="l">
              <a:lnSpc>
                <a:spcPct val="115000"/>
              </a:lnSpc>
              <a:spcBef>
                <a:spcPts val="400"/>
              </a:spcBef>
              <a:spcAft>
                <a:spcPts val="0"/>
              </a:spcAft>
              <a:buSzPts val="3000"/>
              <a:buChar char="•"/>
              <a:defRPr sz="3000"/>
            </a:lvl7pPr>
            <a:lvl8pPr marL="3657600" lvl="7" indent="-419100" algn="l">
              <a:lnSpc>
                <a:spcPct val="115000"/>
              </a:lnSpc>
              <a:spcBef>
                <a:spcPts val="400"/>
              </a:spcBef>
              <a:spcAft>
                <a:spcPts val="0"/>
              </a:spcAft>
              <a:buSzPts val="3000"/>
              <a:buChar char="•"/>
              <a:defRPr sz="3000"/>
            </a:lvl8pPr>
            <a:lvl9pPr marL="4114800" lvl="8" indent="-419100" algn="l">
              <a:lnSpc>
                <a:spcPct val="115000"/>
              </a:lnSpc>
              <a:spcBef>
                <a:spcPts val="400"/>
              </a:spcBef>
              <a:spcAft>
                <a:spcPts val="0"/>
              </a:spcAft>
              <a:buSzPts val="3000"/>
              <a:buChar char="•"/>
              <a:defRPr sz="3000"/>
            </a:lvl9pPr>
          </a:lstStyle>
          <a:p>
            <a:endParaRPr/>
          </a:p>
        </p:txBody>
      </p:sp>
      <p:grpSp>
        <p:nvGrpSpPr>
          <p:cNvPr id="17" name="Google Shape;17;p15"/>
          <p:cNvGrpSpPr/>
          <p:nvPr/>
        </p:nvGrpSpPr>
        <p:grpSpPr>
          <a:xfrm>
            <a:off x="302700" y="260425"/>
            <a:ext cx="3964381" cy="887925"/>
            <a:chOff x="9828650" y="260425"/>
            <a:chExt cx="3964381" cy="887925"/>
          </a:xfrm>
        </p:grpSpPr>
        <p:pic>
          <p:nvPicPr>
            <p:cNvPr id="18" name="Google Shape;18;p15"/>
            <p:cNvPicPr preferRelativeResize="0"/>
            <p:nvPr/>
          </p:nvPicPr>
          <p:blipFill rotWithShape="1">
            <a:blip r:embed="rId3">
              <a:alphaModFix/>
            </a:blip>
            <a:srcRect/>
            <a:stretch/>
          </p:blipFill>
          <p:spPr>
            <a:xfrm>
              <a:off x="9828650" y="260425"/>
              <a:ext cx="890925" cy="887925"/>
            </a:xfrm>
            <a:prstGeom prst="rect">
              <a:avLst/>
            </a:prstGeom>
            <a:noFill/>
            <a:ln>
              <a:noFill/>
            </a:ln>
          </p:spPr>
        </p:pic>
        <p:pic>
          <p:nvPicPr>
            <p:cNvPr id="19" name="Google Shape;19;p15"/>
            <p:cNvPicPr preferRelativeResize="0"/>
            <p:nvPr/>
          </p:nvPicPr>
          <p:blipFill rotWithShape="1">
            <a:blip r:embed="rId4">
              <a:alphaModFix/>
            </a:blip>
            <a:srcRect/>
            <a:stretch/>
          </p:blipFill>
          <p:spPr>
            <a:xfrm>
              <a:off x="11181003" y="260425"/>
              <a:ext cx="967004" cy="887924"/>
            </a:xfrm>
            <a:prstGeom prst="rect">
              <a:avLst/>
            </a:prstGeom>
            <a:noFill/>
            <a:ln>
              <a:noFill/>
            </a:ln>
          </p:spPr>
        </p:pic>
        <p:pic>
          <p:nvPicPr>
            <p:cNvPr id="20" name="Google Shape;20;p15"/>
            <p:cNvPicPr preferRelativeResize="0"/>
            <p:nvPr/>
          </p:nvPicPr>
          <p:blipFill rotWithShape="1">
            <a:blip r:embed="rId5">
              <a:alphaModFix/>
            </a:blip>
            <a:srcRect/>
            <a:stretch/>
          </p:blipFill>
          <p:spPr>
            <a:xfrm>
              <a:off x="12609416" y="387749"/>
              <a:ext cx="1183615" cy="633300"/>
            </a:xfrm>
            <a:prstGeom prst="rect">
              <a:avLst/>
            </a:prstGeom>
            <a:noFill/>
            <a:ln>
              <a:noFill/>
            </a:ln>
          </p:spPr>
        </p:pic>
      </p:grpSp>
      <p:pic>
        <p:nvPicPr>
          <p:cNvPr id="21" name="Google Shape;21;p15"/>
          <p:cNvPicPr preferRelativeResize="0"/>
          <p:nvPr/>
        </p:nvPicPr>
        <p:blipFill rotWithShape="1">
          <a:blip r:embed="rId6">
            <a:alphaModFix/>
          </a:blip>
          <a:srcRect/>
          <a:stretch/>
        </p:blipFill>
        <p:spPr>
          <a:xfrm>
            <a:off x="10706100" y="-350850"/>
            <a:ext cx="8591549" cy="1215157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
          <p:cNvSpPr/>
          <p:nvPr/>
        </p:nvSpPr>
        <p:spPr>
          <a:xfrm>
            <a:off x="12038446" y="-2389613"/>
            <a:ext cx="8370405" cy="4779226"/>
          </a:xfrm>
          <a:custGeom>
            <a:avLst/>
            <a:gdLst/>
            <a:ahLst/>
            <a:cxnLst/>
            <a:rect l="l" t="t" r="r" b="b"/>
            <a:pathLst>
              <a:path w="8370405" h="4779226" extrusionOk="0">
                <a:moveTo>
                  <a:pt x="0" y="0"/>
                </a:moveTo>
                <a:lnTo>
                  <a:pt x="8370405" y="0"/>
                </a:lnTo>
                <a:lnTo>
                  <a:pt x="8370405" y="4779226"/>
                </a:lnTo>
                <a:lnTo>
                  <a:pt x="0" y="4779226"/>
                </a:lnTo>
                <a:lnTo>
                  <a:pt x="0" y="0"/>
                </a:lnTo>
                <a:close/>
              </a:path>
            </a:pathLst>
          </a:custGeom>
          <a:blipFill rotWithShape="1">
            <a:blip r:embed="rId2">
              <a:alphaModFix/>
            </a:blip>
            <a:stretch>
              <a:fillRect t="-51563"/>
            </a:stretch>
          </a:blipFill>
          <a:ln>
            <a:noFill/>
          </a:ln>
        </p:spPr>
      </p:sp>
      <p:sp>
        <p:nvSpPr>
          <p:cNvPr id="24" name="Google Shape;24;p16"/>
          <p:cNvSpPr/>
          <p:nvPr/>
        </p:nvSpPr>
        <p:spPr>
          <a:xfrm>
            <a:off x="680652" y="9515874"/>
            <a:ext cx="16951144" cy="1544479"/>
          </a:xfrm>
          <a:custGeom>
            <a:avLst/>
            <a:gdLst/>
            <a:ahLst/>
            <a:cxnLst/>
            <a:rect l="l" t="t" r="r" b="b"/>
            <a:pathLst>
              <a:path w="58960500" h="5372100" extrusionOk="0">
                <a:moveTo>
                  <a:pt x="57409829" y="0"/>
                </a:moveTo>
                <a:lnTo>
                  <a:pt x="1550670" y="0"/>
                </a:lnTo>
                <a:lnTo>
                  <a:pt x="0" y="2686050"/>
                </a:lnTo>
                <a:lnTo>
                  <a:pt x="1550670" y="5372100"/>
                </a:lnTo>
                <a:lnTo>
                  <a:pt x="57409829" y="5372100"/>
                </a:lnTo>
                <a:lnTo>
                  <a:pt x="58960500" y="2686050"/>
                </a:lnTo>
                <a:lnTo>
                  <a:pt x="57409829" y="0"/>
                </a:lnTo>
                <a:close/>
              </a:path>
            </a:pathLst>
          </a:custGeom>
          <a:solidFill>
            <a:srgbClr val="1B4EC4"/>
          </a:solidFill>
          <a:ln>
            <a:noFill/>
          </a:ln>
        </p:spPr>
      </p:sp>
      <p:sp>
        <p:nvSpPr>
          <p:cNvPr id="25" name="Google Shape;25;p16"/>
          <p:cNvSpPr txBox="1"/>
          <p:nvPr/>
        </p:nvSpPr>
        <p:spPr>
          <a:xfrm>
            <a:off x="6204785" y="9730243"/>
            <a:ext cx="5878500" cy="306000"/>
          </a:xfrm>
          <a:prstGeom prst="rect">
            <a:avLst/>
          </a:prstGeom>
          <a:noFill/>
          <a:ln>
            <a:noFill/>
          </a:ln>
        </p:spPr>
        <p:txBody>
          <a:bodyPr spcFirstLastPara="1" wrap="square" lIns="0" tIns="0" rIns="0" bIns="0" anchor="t" anchorCtr="0">
            <a:spAutoFit/>
          </a:bodyPr>
          <a:lstStyle/>
          <a:p>
            <a:pPr marL="0" marR="0" lvl="0" indent="0" algn="l" rtl="0">
              <a:lnSpc>
                <a:spcPct val="140060"/>
              </a:lnSpc>
              <a:spcBef>
                <a:spcPts val="0"/>
              </a:spcBef>
              <a:spcAft>
                <a:spcPts val="0"/>
              </a:spcAft>
              <a:buClr>
                <a:srgbClr val="000000"/>
              </a:buClr>
              <a:buSzPts val="1987"/>
              <a:buFont typeface="Arial"/>
              <a:buNone/>
            </a:pPr>
            <a:r>
              <a:rPr lang="en-US" sz="1987" b="1" i="0" u="none" strike="noStrike" cap="none">
                <a:solidFill>
                  <a:srgbClr val="FFFFFF"/>
                </a:solidFill>
                <a:latin typeface="Tahoma"/>
                <a:ea typeface="Tahoma"/>
                <a:cs typeface="Tahoma"/>
                <a:sym typeface="Tahoma"/>
              </a:rPr>
              <a:t>INFORMATION SYSTEM FOR BUSINESS (ISB)</a:t>
            </a:r>
            <a:endParaRPr sz="1400" b="0" i="0" u="none" strike="noStrike" cap="none">
              <a:solidFill>
                <a:srgbClr val="000000"/>
              </a:solidFill>
              <a:latin typeface="Arial"/>
              <a:ea typeface="Arial"/>
              <a:cs typeface="Arial"/>
              <a:sym typeface="Arial"/>
            </a:endParaRPr>
          </a:p>
        </p:txBody>
      </p:sp>
      <p:sp>
        <p:nvSpPr>
          <p:cNvPr id="26" name="Google Shape;26;p16"/>
          <p:cNvSpPr txBox="1">
            <a:spLocks noGrp="1"/>
          </p:cNvSpPr>
          <p:nvPr>
            <p:ph type="body" idx="1"/>
          </p:nvPr>
        </p:nvSpPr>
        <p:spPr>
          <a:xfrm>
            <a:off x="895350" y="3071230"/>
            <a:ext cx="16535400" cy="6246900"/>
          </a:xfrm>
          <a:prstGeom prst="rect">
            <a:avLst/>
          </a:prstGeom>
          <a:noFill/>
          <a:ln>
            <a:noFill/>
          </a:ln>
        </p:spPr>
        <p:txBody>
          <a:bodyPr spcFirstLastPara="1" wrap="square" lIns="91425" tIns="45700" rIns="91425" bIns="45700" anchor="t" anchorCtr="0">
            <a:normAutofit/>
          </a:bodyPr>
          <a:lstStyle>
            <a:lvl1pPr marL="457200" lvl="0" indent="-361950" algn="l">
              <a:lnSpc>
                <a:spcPct val="115000"/>
              </a:lnSpc>
              <a:spcBef>
                <a:spcPts val="360"/>
              </a:spcBef>
              <a:spcAft>
                <a:spcPts val="0"/>
              </a:spcAft>
              <a:buClr>
                <a:schemeClr val="dk1"/>
              </a:buClr>
              <a:buSzPts val="2100"/>
              <a:buFont typeface="Tahoma"/>
              <a:buChar char="•"/>
              <a:defRPr sz="3500">
                <a:latin typeface="Tahoma"/>
                <a:ea typeface="Tahoma"/>
                <a:cs typeface="Tahoma"/>
                <a:sym typeface="Tahoma"/>
              </a:defRPr>
            </a:lvl1pPr>
            <a:lvl2pPr marL="914400" lvl="1" indent="-361950" algn="l">
              <a:lnSpc>
                <a:spcPct val="115000"/>
              </a:lnSpc>
              <a:spcBef>
                <a:spcPts val="360"/>
              </a:spcBef>
              <a:spcAft>
                <a:spcPts val="0"/>
              </a:spcAft>
              <a:buClr>
                <a:schemeClr val="dk1"/>
              </a:buClr>
              <a:buSzPts val="2100"/>
              <a:buFont typeface="Tahoma"/>
              <a:buChar char="–"/>
              <a:defRPr sz="3100">
                <a:latin typeface="Tahoma"/>
                <a:ea typeface="Tahoma"/>
                <a:cs typeface="Tahoma"/>
                <a:sym typeface="Tahoma"/>
              </a:defRPr>
            </a:lvl2pPr>
            <a:lvl3pPr marL="1371600" lvl="2" indent="-361950" algn="l">
              <a:lnSpc>
                <a:spcPct val="115000"/>
              </a:lnSpc>
              <a:spcBef>
                <a:spcPts val="360"/>
              </a:spcBef>
              <a:spcAft>
                <a:spcPts val="0"/>
              </a:spcAft>
              <a:buClr>
                <a:schemeClr val="dk1"/>
              </a:buClr>
              <a:buSzPts val="2100"/>
              <a:buFont typeface="Tahoma"/>
              <a:buChar char="•"/>
              <a:defRPr sz="2700">
                <a:latin typeface="Tahoma"/>
                <a:ea typeface="Tahoma"/>
                <a:cs typeface="Tahoma"/>
                <a:sym typeface="Tahoma"/>
              </a:defRPr>
            </a:lvl3pPr>
            <a:lvl4pPr marL="1828800" lvl="3" indent="-361950" algn="l">
              <a:lnSpc>
                <a:spcPct val="115000"/>
              </a:lnSpc>
              <a:spcBef>
                <a:spcPts val="360"/>
              </a:spcBef>
              <a:spcAft>
                <a:spcPts val="0"/>
              </a:spcAft>
              <a:buClr>
                <a:schemeClr val="dk1"/>
              </a:buClr>
              <a:buSzPts val="2100"/>
              <a:buFont typeface="Tahoma"/>
              <a:buChar char="–"/>
              <a:defRPr sz="2300">
                <a:latin typeface="Tahoma"/>
                <a:ea typeface="Tahoma"/>
                <a:cs typeface="Tahoma"/>
                <a:sym typeface="Tahoma"/>
              </a:defRPr>
            </a:lvl4pPr>
            <a:lvl5pPr marL="2286000" lvl="4" indent="-361950" algn="l">
              <a:lnSpc>
                <a:spcPct val="115000"/>
              </a:lnSpc>
              <a:spcBef>
                <a:spcPts val="360"/>
              </a:spcBef>
              <a:spcAft>
                <a:spcPts val="0"/>
              </a:spcAft>
              <a:buClr>
                <a:schemeClr val="dk1"/>
              </a:buClr>
              <a:buSzPts val="2100"/>
              <a:buFont typeface="Tahoma"/>
              <a:buChar char="»"/>
              <a:defRPr sz="2300">
                <a:latin typeface="Tahoma"/>
                <a:ea typeface="Tahoma"/>
                <a:cs typeface="Tahoma"/>
                <a:sym typeface="Tahoma"/>
              </a:defRPr>
            </a:lvl5pPr>
            <a:lvl6pPr marL="2743200" lvl="5" indent="-361950" algn="l">
              <a:lnSpc>
                <a:spcPct val="115000"/>
              </a:lnSpc>
              <a:spcBef>
                <a:spcPts val="360"/>
              </a:spcBef>
              <a:spcAft>
                <a:spcPts val="0"/>
              </a:spcAft>
              <a:buClr>
                <a:schemeClr val="dk1"/>
              </a:buClr>
              <a:buSzPts val="2100"/>
              <a:buFont typeface="Tahoma"/>
              <a:buChar char="•"/>
              <a:defRPr sz="2300">
                <a:latin typeface="Tahoma"/>
                <a:ea typeface="Tahoma"/>
                <a:cs typeface="Tahoma"/>
                <a:sym typeface="Tahoma"/>
              </a:defRPr>
            </a:lvl6pPr>
            <a:lvl7pPr marL="3200400" lvl="6" indent="-361950" algn="l">
              <a:lnSpc>
                <a:spcPct val="115000"/>
              </a:lnSpc>
              <a:spcBef>
                <a:spcPts val="360"/>
              </a:spcBef>
              <a:spcAft>
                <a:spcPts val="0"/>
              </a:spcAft>
              <a:buClr>
                <a:schemeClr val="dk1"/>
              </a:buClr>
              <a:buSzPts val="2100"/>
              <a:buFont typeface="Tahoma"/>
              <a:buChar char="•"/>
              <a:defRPr sz="2300">
                <a:latin typeface="Tahoma"/>
                <a:ea typeface="Tahoma"/>
                <a:cs typeface="Tahoma"/>
                <a:sym typeface="Tahoma"/>
              </a:defRPr>
            </a:lvl7pPr>
            <a:lvl8pPr marL="3657600" lvl="7" indent="-361950" algn="l">
              <a:lnSpc>
                <a:spcPct val="115000"/>
              </a:lnSpc>
              <a:spcBef>
                <a:spcPts val="360"/>
              </a:spcBef>
              <a:spcAft>
                <a:spcPts val="0"/>
              </a:spcAft>
              <a:buClr>
                <a:schemeClr val="dk1"/>
              </a:buClr>
              <a:buSzPts val="2100"/>
              <a:buFont typeface="Tahoma"/>
              <a:buChar char="•"/>
              <a:defRPr sz="2300">
                <a:latin typeface="Tahoma"/>
                <a:ea typeface="Tahoma"/>
                <a:cs typeface="Tahoma"/>
                <a:sym typeface="Tahoma"/>
              </a:defRPr>
            </a:lvl8pPr>
            <a:lvl9pPr marL="4114800" lvl="8" indent="-361950" algn="l">
              <a:lnSpc>
                <a:spcPct val="115000"/>
              </a:lnSpc>
              <a:spcBef>
                <a:spcPts val="360"/>
              </a:spcBef>
              <a:spcAft>
                <a:spcPts val="0"/>
              </a:spcAft>
              <a:buClr>
                <a:schemeClr val="dk1"/>
              </a:buClr>
              <a:buSzPts val="2100"/>
              <a:buFont typeface="Tahoma"/>
              <a:buChar char="•"/>
              <a:defRPr sz="2300">
                <a:latin typeface="Tahoma"/>
                <a:ea typeface="Tahoma"/>
                <a:cs typeface="Tahoma"/>
                <a:sym typeface="Tahoma"/>
              </a:defRPr>
            </a:lvl9pPr>
          </a:lstStyle>
          <a:p>
            <a:endParaRPr/>
          </a:p>
        </p:txBody>
      </p:sp>
      <p:sp>
        <p:nvSpPr>
          <p:cNvPr id="27" name="Google Shape;27;p16"/>
          <p:cNvSpPr txBox="1">
            <a:spLocks noGrp="1"/>
          </p:cNvSpPr>
          <p:nvPr>
            <p:ph type="title"/>
          </p:nvPr>
        </p:nvSpPr>
        <p:spPr>
          <a:xfrm>
            <a:off x="895350" y="1156700"/>
            <a:ext cx="16535400" cy="1738500"/>
          </a:xfrm>
          <a:prstGeom prst="rect">
            <a:avLst/>
          </a:prstGeom>
          <a:noFill/>
          <a:ln>
            <a:noFill/>
          </a:ln>
        </p:spPr>
        <p:txBody>
          <a:bodyPr spcFirstLastPara="1" wrap="square" lIns="91425" tIns="45700" rIns="91425" bIns="45700" anchor="b" anchorCtr="0">
            <a:normAutofit/>
          </a:bodyPr>
          <a:lstStyle>
            <a:lvl1pPr marR="0" lvl="0" algn="l">
              <a:lnSpc>
                <a:spcPct val="110001"/>
              </a:lnSpc>
              <a:spcBef>
                <a:spcPts val="0"/>
              </a:spcBef>
              <a:spcAft>
                <a:spcPts val="0"/>
              </a:spcAft>
              <a:buSzPts val="4400"/>
              <a:buNone/>
              <a:defRPr sz="7600">
                <a:latin typeface="Cambria"/>
                <a:ea typeface="Cambria"/>
                <a:cs typeface="Cambria"/>
                <a:sym typeface="Cambria"/>
              </a:defRPr>
            </a:lvl1pPr>
            <a:lvl2pPr lvl="1" algn="l">
              <a:lnSpc>
                <a:spcPct val="100000"/>
              </a:lnSpc>
              <a:spcBef>
                <a:spcPts val="0"/>
              </a:spcBef>
              <a:spcAft>
                <a:spcPts val="0"/>
              </a:spcAft>
              <a:buSzPts val="8600"/>
              <a:buNone/>
              <a:defRPr sz="8600">
                <a:latin typeface="Tahoma"/>
                <a:ea typeface="Tahoma"/>
                <a:cs typeface="Tahoma"/>
                <a:sym typeface="Tahoma"/>
              </a:defRPr>
            </a:lvl2pPr>
            <a:lvl3pPr lvl="2" algn="l">
              <a:lnSpc>
                <a:spcPct val="100000"/>
              </a:lnSpc>
              <a:spcBef>
                <a:spcPts val="0"/>
              </a:spcBef>
              <a:spcAft>
                <a:spcPts val="0"/>
              </a:spcAft>
              <a:buSzPts val="8600"/>
              <a:buNone/>
              <a:defRPr sz="8600">
                <a:latin typeface="Tahoma"/>
                <a:ea typeface="Tahoma"/>
                <a:cs typeface="Tahoma"/>
                <a:sym typeface="Tahoma"/>
              </a:defRPr>
            </a:lvl3pPr>
            <a:lvl4pPr lvl="3" algn="l">
              <a:lnSpc>
                <a:spcPct val="100000"/>
              </a:lnSpc>
              <a:spcBef>
                <a:spcPts val="0"/>
              </a:spcBef>
              <a:spcAft>
                <a:spcPts val="0"/>
              </a:spcAft>
              <a:buSzPts val="8600"/>
              <a:buNone/>
              <a:defRPr sz="8600">
                <a:latin typeface="Tahoma"/>
                <a:ea typeface="Tahoma"/>
                <a:cs typeface="Tahoma"/>
                <a:sym typeface="Tahoma"/>
              </a:defRPr>
            </a:lvl4pPr>
            <a:lvl5pPr lvl="4" algn="l">
              <a:lnSpc>
                <a:spcPct val="100000"/>
              </a:lnSpc>
              <a:spcBef>
                <a:spcPts val="0"/>
              </a:spcBef>
              <a:spcAft>
                <a:spcPts val="0"/>
              </a:spcAft>
              <a:buSzPts val="8600"/>
              <a:buNone/>
              <a:defRPr sz="8600">
                <a:latin typeface="Tahoma"/>
                <a:ea typeface="Tahoma"/>
                <a:cs typeface="Tahoma"/>
                <a:sym typeface="Tahoma"/>
              </a:defRPr>
            </a:lvl5pPr>
            <a:lvl6pPr lvl="5" algn="l">
              <a:lnSpc>
                <a:spcPct val="100000"/>
              </a:lnSpc>
              <a:spcBef>
                <a:spcPts val="0"/>
              </a:spcBef>
              <a:spcAft>
                <a:spcPts val="0"/>
              </a:spcAft>
              <a:buSzPts val="8600"/>
              <a:buNone/>
              <a:defRPr sz="8600">
                <a:latin typeface="Tahoma"/>
                <a:ea typeface="Tahoma"/>
                <a:cs typeface="Tahoma"/>
                <a:sym typeface="Tahoma"/>
              </a:defRPr>
            </a:lvl6pPr>
            <a:lvl7pPr lvl="6" algn="l">
              <a:lnSpc>
                <a:spcPct val="100000"/>
              </a:lnSpc>
              <a:spcBef>
                <a:spcPts val="0"/>
              </a:spcBef>
              <a:spcAft>
                <a:spcPts val="0"/>
              </a:spcAft>
              <a:buSzPts val="8600"/>
              <a:buNone/>
              <a:defRPr sz="8600">
                <a:latin typeface="Tahoma"/>
                <a:ea typeface="Tahoma"/>
                <a:cs typeface="Tahoma"/>
                <a:sym typeface="Tahoma"/>
              </a:defRPr>
            </a:lvl7pPr>
            <a:lvl8pPr lvl="7" algn="l">
              <a:lnSpc>
                <a:spcPct val="100000"/>
              </a:lnSpc>
              <a:spcBef>
                <a:spcPts val="0"/>
              </a:spcBef>
              <a:spcAft>
                <a:spcPts val="0"/>
              </a:spcAft>
              <a:buSzPts val="8600"/>
              <a:buNone/>
              <a:defRPr sz="8600">
                <a:latin typeface="Tahoma"/>
                <a:ea typeface="Tahoma"/>
                <a:cs typeface="Tahoma"/>
                <a:sym typeface="Tahoma"/>
              </a:defRPr>
            </a:lvl8pPr>
            <a:lvl9pPr lvl="8" algn="l">
              <a:lnSpc>
                <a:spcPct val="100000"/>
              </a:lnSpc>
              <a:spcBef>
                <a:spcPts val="0"/>
              </a:spcBef>
              <a:spcAft>
                <a:spcPts val="0"/>
              </a:spcAft>
              <a:buSzPts val="8600"/>
              <a:buNone/>
              <a:defRPr sz="8600">
                <a:latin typeface="Tahoma"/>
                <a:ea typeface="Tahoma"/>
                <a:cs typeface="Tahoma"/>
                <a:sym typeface="Tahoma"/>
              </a:defRPr>
            </a:lvl9pPr>
          </a:lstStyle>
          <a:p>
            <a:endParaRPr/>
          </a:p>
        </p:txBody>
      </p:sp>
      <p:grpSp>
        <p:nvGrpSpPr>
          <p:cNvPr id="28" name="Google Shape;28;p16"/>
          <p:cNvGrpSpPr/>
          <p:nvPr/>
        </p:nvGrpSpPr>
        <p:grpSpPr>
          <a:xfrm>
            <a:off x="302605" y="260426"/>
            <a:ext cx="3057346" cy="677842"/>
            <a:chOff x="302605" y="260426"/>
            <a:chExt cx="3057346" cy="677842"/>
          </a:xfrm>
        </p:grpSpPr>
        <p:grpSp>
          <p:nvGrpSpPr>
            <p:cNvPr id="29" name="Google Shape;29;p16"/>
            <p:cNvGrpSpPr/>
            <p:nvPr/>
          </p:nvGrpSpPr>
          <p:grpSpPr>
            <a:xfrm>
              <a:off x="302605" y="260426"/>
              <a:ext cx="1770597" cy="677842"/>
              <a:chOff x="9828650" y="260425"/>
              <a:chExt cx="2319357" cy="887925"/>
            </a:xfrm>
          </p:grpSpPr>
          <p:pic>
            <p:nvPicPr>
              <p:cNvPr id="30" name="Google Shape;30;p16"/>
              <p:cNvPicPr preferRelativeResize="0"/>
              <p:nvPr/>
            </p:nvPicPr>
            <p:blipFill rotWithShape="1">
              <a:blip r:embed="rId3">
                <a:alphaModFix/>
              </a:blip>
              <a:srcRect/>
              <a:stretch/>
            </p:blipFill>
            <p:spPr>
              <a:xfrm>
                <a:off x="9828650" y="260425"/>
                <a:ext cx="890925" cy="887925"/>
              </a:xfrm>
              <a:prstGeom prst="rect">
                <a:avLst/>
              </a:prstGeom>
              <a:noFill/>
              <a:ln>
                <a:noFill/>
              </a:ln>
            </p:spPr>
          </p:pic>
          <p:pic>
            <p:nvPicPr>
              <p:cNvPr id="31" name="Google Shape;31;p16"/>
              <p:cNvPicPr preferRelativeResize="0"/>
              <p:nvPr/>
            </p:nvPicPr>
            <p:blipFill rotWithShape="1">
              <a:blip r:embed="rId4">
                <a:alphaModFix/>
              </a:blip>
              <a:srcRect/>
              <a:stretch/>
            </p:blipFill>
            <p:spPr>
              <a:xfrm>
                <a:off x="11181003" y="260425"/>
                <a:ext cx="967004" cy="887924"/>
              </a:xfrm>
              <a:prstGeom prst="rect">
                <a:avLst/>
              </a:prstGeom>
              <a:noFill/>
              <a:ln>
                <a:noFill/>
              </a:ln>
            </p:spPr>
          </p:pic>
        </p:grpSp>
        <p:pic>
          <p:nvPicPr>
            <p:cNvPr id="32" name="Google Shape;32;p16"/>
            <p:cNvPicPr preferRelativeResize="0"/>
            <p:nvPr/>
          </p:nvPicPr>
          <p:blipFill rotWithShape="1">
            <a:blip r:embed="rId5">
              <a:alphaModFix/>
            </a:blip>
            <a:srcRect/>
            <a:stretch/>
          </p:blipFill>
          <p:spPr>
            <a:xfrm>
              <a:off x="2425451" y="349348"/>
              <a:ext cx="934500" cy="500000"/>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_HEADER_1">
    <p:bg>
      <p:bgPr>
        <a:solidFill>
          <a:srgbClr val="1B4EC4"/>
        </a:solidFill>
        <a:effectLst/>
      </p:bgPr>
    </p:bg>
    <p:spTree>
      <p:nvGrpSpPr>
        <p:cNvPr id="1" name="Shape 33"/>
        <p:cNvGrpSpPr/>
        <p:nvPr/>
      </p:nvGrpSpPr>
      <p:grpSpPr>
        <a:xfrm>
          <a:off x="0" y="0"/>
          <a:ext cx="0" cy="0"/>
          <a:chOff x="0" y="0"/>
          <a:chExt cx="0" cy="0"/>
        </a:xfrm>
      </p:grpSpPr>
      <p:sp>
        <p:nvSpPr>
          <p:cNvPr id="34" name="Google Shape;34;p17"/>
          <p:cNvSpPr>
            <a:spLocks noGrp="1"/>
          </p:cNvSpPr>
          <p:nvPr>
            <p:ph type="pic" idx="2"/>
          </p:nvPr>
        </p:nvSpPr>
        <p:spPr>
          <a:xfrm>
            <a:off x="-4858675" y="-680600"/>
            <a:ext cx="11776800" cy="10198200"/>
          </a:xfrm>
          <a:prstGeom prst="hexagon">
            <a:avLst>
              <a:gd name="adj" fmla="val 28963"/>
              <a:gd name="vf" fmla="val 115470"/>
            </a:avLst>
          </a:prstGeom>
          <a:noFill/>
          <a:ln>
            <a:noFill/>
          </a:ln>
        </p:spPr>
      </p:sp>
      <p:sp>
        <p:nvSpPr>
          <p:cNvPr id="35" name="Google Shape;35;p17"/>
          <p:cNvSpPr/>
          <p:nvPr/>
        </p:nvSpPr>
        <p:spPr>
          <a:xfrm>
            <a:off x="3524297" y="9515874"/>
            <a:ext cx="15274730" cy="1544479"/>
          </a:xfrm>
          <a:custGeom>
            <a:avLst/>
            <a:gdLst/>
            <a:ahLst/>
            <a:cxnLst/>
            <a:rect l="l" t="t" r="r" b="b"/>
            <a:pathLst>
              <a:path w="53129495" h="5372100" extrusionOk="0">
                <a:moveTo>
                  <a:pt x="51578821" y="0"/>
                </a:moveTo>
                <a:lnTo>
                  <a:pt x="1550670" y="0"/>
                </a:lnTo>
                <a:lnTo>
                  <a:pt x="0" y="2686050"/>
                </a:lnTo>
                <a:lnTo>
                  <a:pt x="1550670" y="5372100"/>
                </a:lnTo>
                <a:lnTo>
                  <a:pt x="51578824" y="5372100"/>
                </a:lnTo>
                <a:lnTo>
                  <a:pt x="53129495" y="2686050"/>
                </a:lnTo>
                <a:lnTo>
                  <a:pt x="51578821" y="0"/>
                </a:lnTo>
                <a:close/>
              </a:path>
            </a:pathLst>
          </a:custGeom>
          <a:solidFill>
            <a:srgbClr val="FFFFFF"/>
          </a:solidFill>
          <a:ln>
            <a:noFill/>
          </a:ln>
        </p:spPr>
      </p:sp>
      <p:sp>
        <p:nvSpPr>
          <p:cNvPr id="36" name="Google Shape;36;p17"/>
          <p:cNvSpPr txBox="1"/>
          <p:nvPr/>
        </p:nvSpPr>
        <p:spPr>
          <a:xfrm>
            <a:off x="12207644" y="9756942"/>
            <a:ext cx="5878500" cy="306000"/>
          </a:xfrm>
          <a:prstGeom prst="rect">
            <a:avLst/>
          </a:prstGeom>
          <a:noFill/>
          <a:ln>
            <a:noFill/>
          </a:ln>
        </p:spPr>
        <p:txBody>
          <a:bodyPr spcFirstLastPara="1" wrap="square" lIns="0" tIns="0" rIns="0" bIns="0" anchor="t" anchorCtr="0">
            <a:spAutoFit/>
          </a:bodyPr>
          <a:lstStyle/>
          <a:p>
            <a:pPr marL="0" marR="0" lvl="0" indent="0" algn="l" rtl="0">
              <a:lnSpc>
                <a:spcPct val="140060"/>
              </a:lnSpc>
              <a:spcBef>
                <a:spcPts val="0"/>
              </a:spcBef>
              <a:spcAft>
                <a:spcPts val="0"/>
              </a:spcAft>
              <a:buClr>
                <a:srgbClr val="000000"/>
              </a:buClr>
              <a:buSzPts val="1987"/>
              <a:buFont typeface="Arial"/>
              <a:buNone/>
            </a:pPr>
            <a:r>
              <a:rPr lang="en-US" sz="1987" b="1" i="0" u="none" strike="noStrike" cap="none">
                <a:solidFill>
                  <a:srgbClr val="183883"/>
                </a:solidFill>
                <a:latin typeface="Tahoma"/>
                <a:ea typeface="Tahoma"/>
                <a:cs typeface="Tahoma"/>
                <a:sym typeface="Tahoma"/>
              </a:rPr>
              <a:t>INFORMATION SYSTEM FOR BUSINESS (ISB)</a:t>
            </a: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8303800" y="3657600"/>
            <a:ext cx="9024600" cy="2470500"/>
          </a:xfrm>
          <a:prstGeom prst="rect">
            <a:avLst/>
          </a:prstGeom>
          <a:noFill/>
          <a:ln>
            <a:noFill/>
          </a:ln>
        </p:spPr>
        <p:txBody>
          <a:bodyPr spcFirstLastPara="1" wrap="square" lIns="91425" tIns="45700" rIns="91425" bIns="45700" anchor="b" anchorCtr="0">
            <a:normAutofit/>
          </a:bodyPr>
          <a:lstStyle>
            <a:lvl1pPr marR="0" lvl="0" algn="l">
              <a:lnSpc>
                <a:spcPct val="110001"/>
              </a:lnSpc>
              <a:spcBef>
                <a:spcPts val="0"/>
              </a:spcBef>
              <a:spcAft>
                <a:spcPts val="0"/>
              </a:spcAft>
              <a:buClr>
                <a:srgbClr val="000000"/>
              </a:buClr>
              <a:buSzPts val="4400"/>
              <a:buFont typeface="Arial"/>
              <a:buNone/>
              <a:defRPr sz="7600">
                <a:solidFill>
                  <a:srgbClr val="FFFFFF"/>
                </a:solidFill>
                <a:latin typeface="Cambria"/>
                <a:ea typeface="Cambria"/>
                <a:cs typeface="Cambria"/>
                <a:sym typeface="Cambria"/>
              </a:defRPr>
            </a:lvl1pPr>
            <a:lvl2pPr lvl="1" algn="l">
              <a:lnSpc>
                <a:spcPct val="100000"/>
              </a:lnSpc>
              <a:spcBef>
                <a:spcPts val="0"/>
              </a:spcBef>
              <a:spcAft>
                <a:spcPts val="0"/>
              </a:spcAft>
              <a:buSzPts val="1400"/>
              <a:buNone/>
              <a:defRPr>
                <a:latin typeface="Tahoma"/>
                <a:ea typeface="Tahoma"/>
                <a:cs typeface="Tahoma"/>
                <a:sym typeface="Tahoma"/>
              </a:defRPr>
            </a:lvl2pPr>
            <a:lvl3pPr lvl="2" algn="l">
              <a:lnSpc>
                <a:spcPct val="100000"/>
              </a:lnSpc>
              <a:spcBef>
                <a:spcPts val="0"/>
              </a:spcBef>
              <a:spcAft>
                <a:spcPts val="0"/>
              </a:spcAft>
              <a:buSzPts val="1400"/>
              <a:buNone/>
              <a:defRPr>
                <a:latin typeface="Tahoma"/>
                <a:ea typeface="Tahoma"/>
                <a:cs typeface="Tahoma"/>
                <a:sym typeface="Tahoma"/>
              </a:defRPr>
            </a:lvl3pPr>
            <a:lvl4pPr lvl="3" algn="l">
              <a:lnSpc>
                <a:spcPct val="100000"/>
              </a:lnSpc>
              <a:spcBef>
                <a:spcPts val="0"/>
              </a:spcBef>
              <a:spcAft>
                <a:spcPts val="0"/>
              </a:spcAft>
              <a:buSzPts val="1400"/>
              <a:buNone/>
              <a:defRPr>
                <a:latin typeface="Tahoma"/>
                <a:ea typeface="Tahoma"/>
                <a:cs typeface="Tahoma"/>
                <a:sym typeface="Tahoma"/>
              </a:defRPr>
            </a:lvl4pPr>
            <a:lvl5pPr lvl="4" algn="l">
              <a:lnSpc>
                <a:spcPct val="100000"/>
              </a:lnSpc>
              <a:spcBef>
                <a:spcPts val="0"/>
              </a:spcBef>
              <a:spcAft>
                <a:spcPts val="0"/>
              </a:spcAft>
              <a:buSzPts val="1400"/>
              <a:buNone/>
              <a:defRPr>
                <a:latin typeface="Tahoma"/>
                <a:ea typeface="Tahoma"/>
                <a:cs typeface="Tahoma"/>
                <a:sym typeface="Tahoma"/>
              </a:defRPr>
            </a:lvl5pPr>
            <a:lvl6pPr lvl="5" algn="l">
              <a:lnSpc>
                <a:spcPct val="100000"/>
              </a:lnSpc>
              <a:spcBef>
                <a:spcPts val="0"/>
              </a:spcBef>
              <a:spcAft>
                <a:spcPts val="0"/>
              </a:spcAft>
              <a:buSzPts val="1400"/>
              <a:buNone/>
              <a:defRPr>
                <a:latin typeface="Tahoma"/>
                <a:ea typeface="Tahoma"/>
                <a:cs typeface="Tahoma"/>
                <a:sym typeface="Tahoma"/>
              </a:defRPr>
            </a:lvl6pPr>
            <a:lvl7pPr lvl="6" algn="l">
              <a:lnSpc>
                <a:spcPct val="100000"/>
              </a:lnSpc>
              <a:spcBef>
                <a:spcPts val="0"/>
              </a:spcBef>
              <a:spcAft>
                <a:spcPts val="0"/>
              </a:spcAft>
              <a:buSzPts val="1400"/>
              <a:buNone/>
              <a:defRPr>
                <a:latin typeface="Tahoma"/>
                <a:ea typeface="Tahoma"/>
                <a:cs typeface="Tahoma"/>
                <a:sym typeface="Tahoma"/>
              </a:defRPr>
            </a:lvl7pPr>
            <a:lvl8pPr lvl="7" algn="l">
              <a:lnSpc>
                <a:spcPct val="100000"/>
              </a:lnSpc>
              <a:spcBef>
                <a:spcPts val="0"/>
              </a:spcBef>
              <a:spcAft>
                <a:spcPts val="0"/>
              </a:spcAft>
              <a:buSzPts val="1400"/>
              <a:buNone/>
              <a:defRPr>
                <a:latin typeface="Tahoma"/>
                <a:ea typeface="Tahoma"/>
                <a:cs typeface="Tahoma"/>
                <a:sym typeface="Tahoma"/>
              </a:defRPr>
            </a:lvl8pPr>
            <a:lvl9pPr lvl="8" algn="l">
              <a:lnSpc>
                <a:spcPct val="100000"/>
              </a:lnSpc>
              <a:spcBef>
                <a:spcPts val="0"/>
              </a:spcBef>
              <a:spcAft>
                <a:spcPts val="0"/>
              </a:spcAft>
              <a:buSzPts val="1400"/>
              <a:buNone/>
              <a:defRPr>
                <a:latin typeface="Tahoma"/>
                <a:ea typeface="Tahoma"/>
                <a:cs typeface="Tahoma"/>
                <a:sym typeface="Tahoma"/>
              </a:defRPr>
            </a:lvl9pPr>
          </a:lstStyle>
          <a:p>
            <a:endParaRPr/>
          </a:p>
        </p:txBody>
      </p:sp>
      <p:sp>
        <p:nvSpPr>
          <p:cNvPr id="38" name="Google Shape;38;p17"/>
          <p:cNvSpPr txBox="1">
            <a:spLocks noGrp="1"/>
          </p:cNvSpPr>
          <p:nvPr>
            <p:ph type="subTitle" idx="1"/>
          </p:nvPr>
        </p:nvSpPr>
        <p:spPr>
          <a:xfrm>
            <a:off x="8303800" y="6261350"/>
            <a:ext cx="9024600" cy="2361600"/>
          </a:xfrm>
          <a:prstGeom prst="rect">
            <a:avLst/>
          </a:prstGeom>
          <a:noFill/>
          <a:ln>
            <a:noFill/>
          </a:ln>
        </p:spPr>
        <p:txBody>
          <a:bodyPr spcFirstLastPara="1" wrap="square" lIns="91425" tIns="45700" rIns="91425" bIns="45700" anchor="t" anchorCtr="0">
            <a:noAutofit/>
          </a:bodyPr>
          <a:lstStyle>
            <a:lvl1pPr marR="0" lvl="0" algn="l">
              <a:lnSpc>
                <a:spcPct val="140000"/>
              </a:lnSpc>
              <a:spcBef>
                <a:spcPts val="0"/>
              </a:spcBef>
              <a:spcAft>
                <a:spcPts val="0"/>
              </a:spcAft>
              <a:buClr>
                <a:srgbClr val="000000"/>
              </a:buClr>
              <a:buSzPts val="3200"/>
              <a:buFont typeface="Arial"/>
              <a:buNone/>
              <a:defRPr sz="3000">
                <a:solidFill>
                  <a:srgbClr val="FFFFFF"/>
                </a:solidFill>
              </a:defRPr>
            </a:lvl1pPr>
            <a:lvl2pPr lvl="1" algn="l">
              <a:lnSpc>
                <a:spcPct val="140000"/>
              </a:lnSpc>
              <a:spcBef>
                <a:spcPts val="0"/>
              </a:spcBef>
              <a:spcAft>
                <a:spcPts val="0"/>
              </a:spcAft>
              <a:buSzPts val="2800"/>
              <a:buNone/>
              <a:defRPr/>
            </a:lvl2pPr>
            <a:lvl3pPr lvl="2" algn="l">
              <a:lnSpc>
                <a:spcPct val="140000"/>
              </a:lnSpc>
              <a:spcBef>
                <a:spcPts val="0"/>
              </a:spcBef>
              <a:spcAft>
                <a:spcPts val="0"/>
              </a:spcAft>
              <a:buSzPts val="2400"/>
              <a:buNone/>
              <a:defRPr/>
            </a:lvl3pPr>
            <a:lvl4pPr lvl="3" algn="l">
              <a:lnSpc>
                <a:spcPct val="140000"/>
              </a:lnSpc>
              <a:spcBef>
                <a:spcPts val="0"/>
              </a:spcBef>
              <a:spcAft>
                <a:spcPts val="0"/>
              </a:spcAft>
              <a:buSzPts val="2000"/>
              <a:buNone/>
              <a:defRPr/>
            </a:lvl4pPr>
            <a:lvl5pPr lvl="4" algn="l">
              <a:lnSpc>
                <a:spcPct val="140000"/>
              </a:lnSpc>
              <a:spcBef>
                <a:spcPts val="0"/>
              </a:spcBef>
              <a:spcAft>
                <a:spcPts val="0"/>
              </a:spcAft>
              <a:buSzPts val="2000"/>
              <a:buNone/>
              <a:defRPr/>
            </a:lvl5pPr>
            <a:lvl6pPr lvl="5" algn="l">
              <a:lnSpc>
                <a:spcPct val="140000"/>
              </a:lnSpc>
              <a:spcBef>
                <a:spcPts val="0"/>
              </a:spcBef>
              <a:spcAft>
                <a:spcPts val="0"/>
              </a:spcAft>
              <a:buSzPts val="2000"/>
              <a:buNone/>
              <a:defRPr/>
            </a:lvl6pPr>
            <a:lvl7pPr lvl="6" algn="l">
              <a:lnSpc>
                <a:spcPct val="140000"/>
              </a:lnSpc>
              <a:spcBef>
                <a:spcPts val="0"/>
              </a:spcBef>
              <a:spcAft>
                <a:spcPts val="0"/>
              </a:spcAft>
              <a:buSzPts val="2000"/>
              <a:buNone/>
              <a:defRPr/>
            </a:lvl7pPr>
            <a:lvl8pPr lvl="7" algn="l">
              <a:lnSpc>
                <a:spcPct val="140000"/>
              </a:lnSpc>
              <a:spcBef>
                <a:spcPts val="0"/>
              </a:spcBef>
              <a:spcAft>
                <a:spcPts val="0"/>
              </a:spcAft>
              <a:buSzPts val="2000"/>
              <a:buNone/>
              <a:defRPr/>
            </a:lvl8pPr>
            <a:lvl9pPr lvl="8" algn="l">
              <a:lnSpc>
                <a:spcPct val="140000"/>
              </a:lnSpc>
              <a:spcBef>
                <a:spcPts val="0"/>
              </a:spcBef>
              <a:spcAft>
                <a:spcPts val="0"/>
              </a:spcAft>
              <a:buSzPts val="2000"/>
              <a:buNone/>
              <a:defRPr/>
            </a:lvl9pPr>
          </a:lstStyle>
          <a:p>
            <a:endParaRPr/>
          </a:p>
        </p:txBody>
      </p:sp>
      <p:grpSp>
        <p:nvGrpSpPr>
          <p:cNvPr id="39" name="Google Shape;39;p17"/>
          <p:cNvGrpSpPr/>
          <p:nvPr/>
        </p:nvGrpSpPr>
        <p:grpSpPr>
          <a:xfrm>
            <a:off x="14988939" y="255985"/>
            <a:ext cx="2855887" cy="634688"/>
            <a:chOff x="8091725" y="1103625"/>
            <a:chExt cx="3995364" cy="887924"/>
          </a:xfrm>
        </p:grpSpPr>
        <p:pic>
          <p:nvPicPr>
            <p:cNvPr id="40" name="Google Shape;40;p17"/>
            <p:cNvPicPr preferRelativeResize="0"/>
            <p:nvPr/>
          </p:nvPicPr>
          <p:blipFill rotWithShape="1">
            <a:blip r:embed="rId2">
              <a:alphaModFix/>
            </a:blip>
            <a:srcRect t="29" b="28"/>
            <a:stretch/>
          </p:blipFill>
          <p:spPr>
            <a:xfrm>
              <a:off x="8091725" y="1103625"/>
              <a:ext cx="890925" cy="887924"/>
            </a:xfrm>
            <a:prstGeom prst="rect">
              <a:avLst/>
            </a:prstGeom>
            <a:noFill/>
            <a:ln>
              <a:noFill/>
            </a:ln>
          </p:spPr>
        </p:pic>
        <p:pic>
          <p:nvPicPr>
            <p:cNvPr id="41" name="Google Shape;41;p17"/>
            <p:cNvPicPr preferRelativeResize="0"/>
            <p:nvPr/>
          </p:nvPicPr>
          <p:blipFill rotWithShape="1">
            <a:blip r:embed="rId3">
              <a:alphaModFix/>
            </a:blip>
            <a:srcRect/>
            <a:stretch/>
          </p:blipFill>
          <p:spPr>
            <a:xfrm>
              <a:off x="9444078" y="1103625"/>
              <a:ext cx="967004" cy="887924"/>
            </a:xfrm>
            <a:prstGeom prst="rect">
              <a:avLst/>
            </a:prstGeom>
            <a:noFill/>
            <a:ln>
              <a:noFill/>
            </a:ln>
          </p:spPr>
        </p:pic>
        <p:pic>
          <p:nvPicPr>
            <p:cNvPr id="42" name="Google Shape;42;p17"/>
            <p:cNvPicPr preferRelativeResize="0"/>
            <p:nvPr/>
          </p:nvPicPr>
          <p:blipFill rotWithShape="1">
            <a:blip r:embed="rId4">
              <a:alphaModFix/>
            </a:blip>
            <a:srcRect l="298" r="288"/>
            <a:stretch/>
          </p:blipFill>
          <p:spPr>
            <a:xfrm>
              <a:off x="10872519" y="1222643"/>
              <a:ext cx="1214570" cy="649867"/>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901721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rgbClr val="183883"/>
              </a:buClr>
              <a:buSzPts val="4400"/>
              <a:buFont typeface="Cambria"/>
              <a:buNone/>
              <a:defRPr sz="4400" b="1" i="0" u="none" strike="noStrike" cap="none">
                <a:solidFill>
                  <a:srgbClr val="183883"/>
                </a:solidFill>
                <a:latin typeface="Cambria"/>
                <a:ea typeface="Cambria"/>
                <a:cs typeface="Cambria"/>
                <a:sym typeface="Cambria"/>
              </a:defRPr>
            </a:lvl1pPr>
            <a:lvl2pPr marR="0" lvl="1"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2pPr>
            <a:lvl3pPr marR="0" lvl="2"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3pPr>
            <a:lvl4pPr marR="0" lvl="3"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4pPr>
            <a:lvl5pPr marR="0" lvl="4"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5pPr>
            <a:lvl6pPr marR="0" lvl="5"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6pPr>
            <a:lvl7pPr marR="0" lvl="6"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7pPr>
            <a:lvl8pPr marR="0" lvl="7"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8pPr>
            <a:lvl9pPr marR="0" lvl="8" algn="l" rtl="0">
              <a:lnSpc>
                <a:spcPct val="100000"/>
              </a:lnSpc>
              <a:spcBef>
                <a:spcPts val="0"/>
              </a:spcBef>
              <a:spcAft>
                <a:spcPts val="0"/>
              </a:spcAft>
              <a:buClr>
                <a:srgbClr val="183883"/>
              </a:buClr>
              <a:buSzPts val="1400"/>
              <a:buFont typeface="Cambria"/>
              <a:buNone/>
              <a:defRPr sz="1800" b="1" i="0" u="none" strike="noStrike" cap="none">
                <a:solidFill>
                  <a:srgbClr val="183883"/>
                </a:solidFill>
                <a:latin typeface="Cambria"/>
                <a:ea typeface="Cambria"/>
                <a:cs typeface="Cambria"/>
                <a:sym typeface="Cambria"/>
              </a:defRPr>
            </a:lvl9pPr>
          </a:lstStyle>
          <a:p>
            <a:endParaRPr/>
          </a:p>
        </p:txBody>
      </p:sp>
      <p:sp>
        <p:nvSpPr>
          <p:cNvPr id="7" name="Google Shape;7;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15000"/>
              </a:lnSpc>
              <a:spcBef>
                <a:spcPts val="640"/>
              </a:spcBef>
              <a:spcAft>
                <a:spcPts val="0"/>
              </a:spcAft>
              <a:buClr>
                <a:schemeClr val="dk1"/>
              </a:buClr>
              <a:buSzPts val="3200"/>
              <a:buFont typeface="Tahoma"/>
              <a:buChar char="•"/>
              <a:defRPr sz="3200" b="0" i="0" u="none" strike="noStrike" cap="none">
                <a:solidFill>
                  <a:schemeClr val="dk1"/>
                </a:solidFill>
                <a:latin typeface="Tahoma"/>
                <a:ea typeface="Tahoma"/>
                <a:cs typeface="Tahoma"/>
                <a:sym typeface="Tahoma"/>
              </a:defRPr>
            </a:lvl1pPr>
            <a:lvl2pPr marL="914400" marR="0" lvl="1" indent="-406400" algn="l" rtl="0">
              <a:lnSpc>
                <a:spcPct val="115000"/>
              </a:lnSpc>
              <a:spcBef>
                <a:spcPts val="560"/>
              </a:spcBef>
              <a:spcAft>
                <a:spcPts val="0"/>
              </a:spcAft>
              <a:buClr>
                <a:schemeClr val="dk1"/>
              </a:buClr>
              <a:buSzPts val="2800"/>
              <a:buFont typeface="Tahoma"/>
              <a:buChar char="–"/>
              <a:defRPr sz="2800" b="0" i="0" u="none" strike="noStrike" cap="none">
                <a:solidFill>
                  <a:schemeClr val="dk1"/>
                </a:solidFill>
                <a:latin typeface="Tahoma"/>
                <a:ea typeface="Tahoma"/>
                <a:cs typeface="Tahoma"/>
                <a:sym typeface="Tahoma"/>
              </a:defRPr>
            </a:lvl2pPr>
            <a:lvl3pPr marL="1371600" marR="0" lvl="2" indent="-381000" algn="l" rtl="0">
              <a:lnSpc>
                <a:spcPct val="115000"/>
              </a:lnSpc>
              <a:spcBef>
                <a:spcPts val="480"/>
              </a:spcBef>
              <a:spcAft>
                <a:spcPts val="0"/>
              </a:spcAft>
              <a:buClr>
                <a:schemeClr val="dk1"/>
              </a:buClr>
              <a:buSzPts val="2400"/>
              <a:buFont typeface="Tahoma"/>
              <a:buChar char="•"/>
              <a:defRPr sz="2400" b="0" i="0" u="none" strike="noStrike" cap="none">
                <a:solidFill>
                  <a:schemeClr val="dk1"/>
                </a:solidFill>
                <a:latin typeface="Tahoma"/>
                <a:ea typeface="Tahoma"/>
                <a:cs typeface="Tahoma"/>
                <a:sym typeface="Tahoma"/>
              </a:defRPr>
            </a:lvl3pPr>
            <a:lvl4pPr marL="1828800" marR="0" lvl="3" indent="-355600" algn="l" rtl="0">
              <a:lnSpc>
                <a:spcPct val="115000"/>
              </a:lnSpc>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4pPr>
            <a:lvl5pPr marL="2286000" marR="0" lvl="4" indent="-355600" algn="l" rtl="0">
              <a:lnSpc>
                <a:spcPct val="115000"/>
              </a:lnSpc>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5pPr>
            <a:lvl6pPr marL="2743200" marR="0" lvl="5" indent="-355600" algn="l" rtl="0">
              <a:lnSpc>
                <a:spcPct val="115000"/>
              </a:lnSpc>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6pPr>
            <a:lvl7pPr marL="3200400" marR="0" lvl="6" indent="-355600" algn="l" rtl="0">
              <a:lnSpc>
                <a:spcPct val="115000"/>
              </a:lnSpc>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7pPr>
            <a:lvl8pPr marL="3657600" marR="0" lvl="7" indent="-355600" algn="l" rtl="0">
              <a:lnSpc>
                <a:spcPct val="115000"/>
              </a:lnSpc>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8pPr>
            <a:lvl9pPr marL="4114800" marR="0" lvl="8" indent="-355600" algn="l" rtl="0">
              <a:lnSpc>
                <a:spcPct val="115000"/>
              </a:lnSpc>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ata.world/" TargetMode="External"/><Relationship Id="rId2" Type="http://schemas.openxmlformats.org/officeDocument/2006/relationships/hyperlink" Target="https://archive.ics.uci.edu/datasets" TargetMode="External"/><Relationship Id="rId1" Type="http://schemas.openxmlformats.org/officeDocument/2006/relationships/slideLayout" Target="../slideLayouts/slideLayout2.xml"/><Relationship Id="rId5" Type="http://schemas.openxmlformats.org/officeDocument/2006/relationships/hyperlink" Target="https://www.kaggle.com/" TargetMode="External"/><Relationship Id="rId4" Type="http://schemas.openxmlformats.org/officeDocument/2006/relationships/hyperlink" Target="https://katalog.satudata.go.id/dataset"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journal.yrpipku.com/index.php/jaets/article/view/918" TargetMode="External"/><Relationship Id="rId2" Type="http://schemas.openxmlformats.org/officeDocument/2006/relationships/hyperlink" Target="https://journal.uc.ac.id/index.php/JUISI"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
          <p:cNvSpPr txBox="1">
            <a:spLocks noGrp="1"/>
          </p:cNvSpPr>
          <p:nvPr>
            <p:ph type="title"/>
          </p:nvPr>
        </p:nvSpPr>
        <p:spPr>
          <a:xfrm>
            <a:off x="871537" y="1962738"/>
            <a:ext cx="12518400" cy="3634800"/>
          </a:xfrm>
          <a:prstGeom prst="rect">
            <a:avLst/>
          </a:prstGeom>
          <a:noFill/>
          <a:ln>
            <a:noFill/>
          </a:ln>
        </p:spPr>
        <p:txBody>
          <a:bodyPr spcFirstLastPara="1" wrap="square" lIns="91425" tIns="45700" rIns="91425" bIns="45700" anchor="b" anchorCtr="0">
            <a:noAutofit/>
          </a:bodyPr>
          <a:lstStyle/>
          <a:p>
            <a:pPr marL="0" lvl="0" indent="0" algn="l" rtl="0">
              <a:lnSpc>
                <a:spcPct val="120002"/>
              </a:lnSpc>
              <a:spcBef>
                <a:spcPts val="0"/>
              </a:spcBef>
              <a:spcAft>
                <a:spcPts val="0"/>
              </a:spcAft>
              <a:buSzPts val="4400"/>
              <a:buNone/>
            </a:pPr>
            <a:r>
              <a:rPr lang="en-US" dirty="0"/>
              <a:t>Week 13-15</a:t>
            </a:r>
            <a:endParaRPr dirty="0"/>
          </a:p>
          <a:p>
            <a:pPr marL="0" lvl="0" indent="0" algn="l" rtl="0">
              <a:lnSpc>
                <a:spcPct val="120002"/>
              </a:lnSpc>
              <a:spcBef>
                <a:spcPts val="0"/>
              </a:spcBef>
              <a:spcAft>
                <a:spcPts val="0"/>
              </a:spcAft>
              <a:buSzPts val="4400"/>
              <a:buNone/>
            </a:pPr>
            <a:r>
              <a:rPr lang="en-US" dirty="0"/>
              <a:t>Data Science </a:t>
            </a:r>
            <a:br>
              <a:rPr lang="en-US" dirty="0"/>
            </a:br>
            <a:r>
              <a:rPr lang="en-US" dirty="0"/>
              <a:t>Capstone Project</a:t>
            </a:r>
            <a:endParaRPr dirty="0"/>
          </a:p>
        </p:txBody>
      </p:sp>
      <p:sp>
        <p:nvSpPr>
          <p:cNvPr id="48" name="Google Shape;48;p1"/>
          <p:cNvSpPr txBox="1">
            <a:spLocks noGrp="1"/>
          </p:cNvSpPr>
          <p:nvPr>
            <p:ph type="subTitle" idx="1"/>
          </p:nvPr>
        </p:nvSpPr>
        <p:spPr>
          <a:xfrm>
            <a:off x="1050075" y="5826133"/>
            <a:ext cx="12518400" cy="6333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20000"/>
              </a:lnSpc>
              <a:spcBef>
                <a:spcPts val="0"/>
              </a:spcBef>
              <a:spcAft>
                <a:spcPts val="0"/>
              </a:spcAft>
              <a:buSzPts val="3459"/>
              <a:buNone/>
            </a:pPr>
            <a:r>
              <a:rPr lang="en-US" dirty="0"/>
              <a:t>ISB02303402 – Data Science</a:t>
            </a:r>
            <a:endParaRPr dirty="0"/>
          </a:p>
        </p:txBody>
      </p:sp>
      <p:sp>
        <p:nvSpPr>
          <p:cNvPr id="2" name="Google Shape;295;p24">
            <a:extLst>
              <a:ext uri="{FF2B5EF4-FFF2-40B4-BE49-F238E27FC236}">
                <a16:creationId xmlns:a16="http://schemas.microsoft.com/office/drawing/2014/main" id="{4D43592B-5FF2-0DF6-C189-9853910E4B17}"/>
              </a:ext>
            </a:extLst>
          </p:cNvPr>
          <p:cNvSpPr txBox="1">
            <a:spLocks noGrp="1"/>
          </p:cNvSpPr>
          <p:nvPr>
            <p:ph type="body" idx="2"/>
          </p:nvPr>
        </p:nvSpPr>
        <p:spPr>
          <a:xfrm>
            <a:off x="1050075" y="6445151"/>
            <a:ext cx="10287000" cy="2148550"/>
          </a:xfrm>
          <a:prstGeom prst="rect">
            <a:avLst/>
          </a:prstGeom>
        </p:spPr>
        <p:txBody>
          <a:bodyPr spcFirstLastPara="1" wrap="square" lIns="91425" tIns="45700" rIns="91425" bIns="45700" anchor="t" anchorCtr="0">
            <a:normAutofit/>
          </a:bodyPr>
          <a:lstStyle/>
          <a:p>
            <a:pPr marL="0" lvl="0" indent="0" algn="l" rtl="0">
              <a:spcBef>
                <a:spcPts val="640"/>
              </a:spcBef>
              <a:spcAft>
                <a:spcPts val="0"/>
              </a:spcAft>
              <a:buNone/>
            </a:pPr>
            <a:r>
              <a:rPr lang="en-US" dirty="0"/>
              <a:t>Semester 2025.2 - 3 Credits</a:t>
            </a:r>
          </a:p>
          <a:p>
            <a:pPr marL="0" lvl="0" indent="0" algn="l" rtl="0">
              <a:spcBef>
                <a:spcPts val="640"/>
              </a:spcBef>
              <a:spcAft>
                <a:spcPts val="0"/>
              </a:spcAft>
              <a:buNone/>
            </a:pPr>
            <a:r>
              <a:rPr lang="en-US" sz="2800" dirty="0"/>
              <a:t>Prof. Dr. Trianggoro Wiradinata, M.Eng.Sc., CDSS.</a:t>
            </a:r>
          </a:p>
          <a:p>
            <a:pPr marL="0" lvl="0" indent="0" algn="l" rtl="0">
              <a:spcBef>
                <a:spcPts val="640"/>
              </a:spcBef>
              <a:spcAft>
                <a:spcPts val="0"/>
              </a:spcAft>
              <a:buNone/>
            </a:pPr>
            <a:r>
              <a:rPr lang="en-US" sz="2800" dirty="0"/>
              <a:t>Christopher Andreas, </a:t>
            </a:r>
            <a:r>
              <a:rPr lang="en-US" sz="2800" dirty="0" err="1"/>
              <a:t>S.Stat</a:t>
            </a:r>
            <a:r>
              <a:rPr lang="en-US" sz="2800" dirty="0"/>
              <a:t>., </a:t>
            </a:r>
            <a:r>
              <a:rPr lang="en-US" sz="2800" dirty="0" err="1"/>
              <a:t>M.Stat</a:t>
            </a:r>
            <a:r>
              <a:rPr lang="en-US" sz="2800" dirty="0"/>
              <a:t>., CDSS.</a:t>
            </a:r>
            <a:endParaRP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title"/>
          </p:nvPr>
        </p:nvSpPr>
        <p:spPr>
          <a:xfrm>
            <a:off x="895350" y="1156700"/>
            <a:ext cx="16535400" cy="1738500"/>
          </a:xfrm>
          <a:prstGeom prst="rect">
            <a:avLst/>
          </a:prstGeom>
          <a:noFill/>
          <a:ln>
            <a:noFill/>
          </a:ln>
        </p:spPr>
        <p:txBody>
          <a:bodyPr spcFirstLastPara="1" wrap="square" lIns="91425" tIns="45700" rIns="91425" bIns="45700" anchor="b" anchorCtr="0">
            <a:normAutofit/>
          </a:bodyPr>
          <a:lstStyle/>
          <a:p>
            <a:pPr marL="0" lvl="0" indent="0" algn="l" rtl="0">
              <a:lnSpc>
                <a:spcPct val="110001"/>
              </a:lnSpc>
              <a:spcBef>
                <a:spcPts val="0"/>
              </a:spcBef>
              <a:spcAft>
                <a:spcPts val="0"/>
              </a:spcAft>
              <a:buSzPts val="4400"/>
              <a:buNone/>
            </a:pPr>
            <a:r>
              <a:rPr lang="en-US"/>
              <a:t>Learning Objectives</a:t>
            </a:r>
            <a:endParaRPr/>
          </a:p>
        </p:txBody>
      </p:sp>
      <p:sp>
        <p:nvSpPr>
          <p:cNvPr id="54" name="Google Shape;54;p2"/>
          <p:cNvSpPr txBox="1"/>
          <p:nvPr/>
        </p:nvSpPr>
        <p:spPr>
          <a:xfrm>
            <a:off x="1017149" y="3678265"/>
            <a:ext cx="9480300" cy="2179028"/>
          </a:xfrm>
          <a:prstGeom prst="rect">
            <a:avLst/>
          </a:prstGeom>
          <a:noFill/>
          <a:ln>
            <a:noFill/>
          </a:ln>
        </p:spPr>
        <p:txBody>
          <a:bodyPr spcFirstLastPara="1" wrap="square" lIns="91425" tIns="91425" rIns="91425" bIns="91425" anchor="t" anchorCtr="0">
            <a:spAutoFit/>
          </a:bodyPr>
          <a:lstStyle/>
          <a:p>
            <a:pPr marL="6350" lvl="0" algn="l" rtl="0">
              <a:lnSpc>
                <a:spcPct val="120000"/>
              </a:lnSpc>
              <a:spcBef>
                <a:spcPts val="0"/>
              </a:spcBef>
              <a:spcAft>
                <a:spcPts val="0"/>
              </a:spcAft>
              <a:buClr>
                <a:schemeClr val="dk1"/>
              </a:buClr>
              <a:buSzPts val="3500"/>
            </a:pPr>
            <a:r>
              <a:rPr lang="en-US" sz="3600" dirty="0">
                <a:solidFill>
                  <a:schemeClr val="dk1"/>
                </a:solidFill>
                <a:latin typeface="Tahoma"/>
                <a:ea typeface="Tahoma"/>
                <a:cs typeface="Tahoma"/>
                <a:sym typeface="Tahoma"/>
              </a:rPr>
              <a:t>LO13.1 Revisiting and CRISP-DM</a:t>
            </a:r>
          </a:p>
          <a:p>
            <a:pPr marL="6350" lvl="0" algn="l" rtl="0">
              <a:lnSpc>
                <a:spcPct val="120000"/>
              </a:lnSpc>
              <a:spcBef>
                <a:spcPts val="0"/>
              </a:spcBef>
              <a:spcAft>
                <a:spcPts val="0"/>
              </a:spcAft>
              <a:buClr>
                <a:schemeClr val="dk1"/>
              </a:buClr>
              <a:buSzPts val="3500"/>
            </a:pPr>
            <a:r>
              <a:rPr lang="en-US" sz="3600" dirty="0">
                <a:solidFill>
                  <a:schemeClr val="dk1"/>
                </a:solidFill>
                <a:latin typeface="Tahoma"/>
                <a:ea typeface="Tahoma"/>
                <a:cs typeface="Tahoma"/>
                <a:sym typeface="Tahoma"/>
              </a:rPr>
              <a:t>LO13.2 Advanced Data Science Analysis</a:t>
            </a:r>
          </a:p>
          <a:p>
            <a:pPr marL="6350" lvl="0" algn="l" rtl="0">
              <a:lnSpc>
                <a:spcPct val="120000"/>
              </a:lnSpc>
              <a:spcBef>
                <a:spcPts val="0"/>
              </a:spcBef>
              <a:spcAft>
                <a:spcPts val="0"/>
              </a:spcAft>
              <a:buClr>
                <a:schemeClr val="dk1"/>
              </a:buClr>
              <a:buSzPts val="3500"/>
            </a:pPr>
            <a:r>
              <a:rPr lang="en-US" sz="3600" dirty="0">
                <a:solidFill>
                  <a:schemeClr val="dk1"/>
                </a:solidFill>
                <a:latin typeface="Tahoma"/>
                <a:ea typeface="Tahoma"/>
                <a:cs typeface="Tahoma"/>
                <a:sym typeface="Tahoma"/>
              </a:rPr>
              <a:t>LO13.3 Project Report</a:t>
            </a:r>
          </a:p>
        </p:txBody>
      </p:sp>
      <p:pic>
        <p:nvPicPr>
          <p:cNvPr id="55" name="Google Shape;55;p2"/>
          <p:cNvPicPr preferRelativeResize="0"/>
          <p:nvPr/>
        </p:nvPicPr>
        <p:blipFill>
          <a:blip r:embed="rId3">
            <a:alphaModFix/>
          </a:blip>
          <a:stretch>
            <a:fillRect/>
          </a:stretch>
        </p:blipFill>
        <p:spPr>
          <a:xfrm>
            <a:off x="10937525" y="3241775"/>
            <a:ext cx="6333326" cy="5596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02100BD-0950-E3A0-D4A2-B18A707E3C54}"/>
              </a:ext>
            </a:extLst>
          </p:cNvPr>
          <p:cNvSpPr>
            <a:spLocks noGrp="1"/>
          </p:cNvSpPr>
          <p:nvPr>
            <p:ph type="body" idx="1"/>
          </p:nvPr>
        </p:nvSpPr>
        <p:spPr/>
        <p:txBody>
          <a:bodyPr>
            <a:normAutofit fontScale="92500" lnSpcReduction="20000"/>
          </a:bodyPr>
          <a:lstStyle/>
          <a:p>
            <a:pPr marL="95250" indent="0">
              <a:buNone/>
            </a:pPr>
            <a:r>
              <a:rPr lang="en-US" dirty="0"/>
              <a:t>A capstone project is a culminating assignment, on which students usually work on during their final weeks at the end of the academic semester. It requires different intellectual activities. This project helps student learn how to find and </a:t>
            </a:r>
            <a:r>
              <a:rPr lang="en-US" dirty="0" err="1"/>
              <a:t>analyse</a:t>
            </a:r>
            <a:r>
              <a:rPr lang="en-US" dirty="0"/>
              <a:t> information and how to work with it efficiently. </a:t>
            </a:r>
          </a:p>
          <a:p>
            <a:pPr marL="95250" indent="0">
              <a:buNone/>
            </a:pPr>
            <a:endParaRPr lang="en-US" dirty="0"/>
          </a:p>
          <a:p>
            <a:pPr marL="95250" indent="0">
              <a:buNone/>
            </a:pPr>
            <a:r>
              <a:rPr lang="en-US" dirty="0"/>
              <a:t>It has a wide variety of forms. This means that a capstone program can be submitted in various forms including a multimedia presentation, film, performance, or paper. A capstone research project is very similar to a college thesis, only smaller scope. </a:t>
            </a:r>
          </a:p>
          <a:p>
            <a:pPr marL="95250" indent="0">
              <a:buNone/>
            </a:pPr>
            <a:endParaRPr lang="en-US" dirty="0"/>
          </a:p>
          <a:p>
            <a:pPr marL="95250" indent="0">
              <a:buNone/>
            </a:pPr>
            <a:r>
              <a:rPr lang="en-US" dirty="0"/>
              <a:t>No one can argue that this type of work is a bit more complicated as writing a capstone project involves a wider range of activities like critical thinking, deep analysis, and the ability to use different media.</a:t>
            </a:r>
          </a:p>
          <a:p>
            <a:pPr marL="95250" indent="0">
              <a:buNone/>
            </a:pPr>
            <a:endParaRPr lang="en-US" dirty="0"/>
          </a:p>
          <a:p>
            <a:pPr marL="95250" indent="0">
              <a:buNone/>
            </a:pPr>
            <a:endParaRPr lang="en-US" dirty="0"/>
          </a:p>
        </p:txBody>
      </p:sp>
      <p:sp>
        <p:nvSpPr>
          <p:cNvPr id="3" name="Title 2">
            <a:extLst>
              <a:ext uri="{FF2B5EF4-FFF2-40B4-BE49-F238E27FC236}">
                <a16:creationId xmlns:a16="http://schemas.microsoft.com/office/drawing/2014/main" id="{FFCCF083-5661-4A01-8D7C-F9D142EA6CB0}"/>
              </a:ext>
            </a:extLst>
          </p:cNvPr>
          <p:cNvSpPr>
            <a:spLocks noGrp="1"/>
          </p:cNvSpPr>
          <p:nvPr>
            <p:ph type="title"/>
          </p:nvPr>
        </p:nvSpPr>
        <p:spPr/>
        <p:txBody>
          <a:bodyPr/>
          <a:lstStyle/>
          <a:p>
            <a:r>
              <a:rPr lang="en-US" dirty="0"/>
              <a:t>What is Capstone Project</a:t>
            </a:r>
          </a:p>
        </p:txBody>
      </p:sp>
    </p:spTree>
    <p:extLst>
      <p:ext uri="{BB962C8B-B14F-4D97-AF65-F5344CB8AC3E}">
        <p14:creationId xmlns:p14="http://schemas.microsoft.com/office/powerpoint/2010/main" val="2879217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437D28-2E3D-F2FD-D2F1-3610B026367D}"/>
              </a:ext>
            </a:extLst>
          </p:cNvPr>
          <p:cNvSpPr>
            <a:spLocks noGrp="1"/>
          </p:cNvSpPr>
          <p:nvPr>
            <p:ph type="body" idx="1"/>
          </p:nvPr>
        </p:nvSpPr>
        <p:spPr/>
        <p:txBody>
          <a:bodyPr>
            <a:normAutofit fontScale="92500" lnSpcReduction="10000"/>
          </a:bodyPr>
          <a:lstStyle/>
          <a:p>
            <a:r>
              <a:rPr lang="en-US" dirty="0"/>
              <a:t>You will work in a team of max 3 students</a:t>
            </a:r>
          </a:p>
          <a:p>
            <a:r>
              <a:rPr lang="en-US" dirty="0"/>
              <a:t>Dataset can be selected from the following providers:</a:t>
            </a:r>
          </a:p>
          <a:p>
            <a:pPr lvl="1"/>
            <a:r>
              <a:rPr lang="en-US" dirty="0"/>
              <a:t>UCI Repository: </a:t>
            </a:r>
            <a:r>
              <a:rPr lang="en-US" dirty="0">
                <a:hlinkClick r:id="rId2"/>
              </a:rPr>
              <a:t>https://archive.ics.uci.edu/datasets</a:t>
            </a:r>
            <a:r>
              <a:rPr lang="en-US" dirty="0"/>
              <a:t> </a:t>
            </a:r>
          </a:p>
          <a:p>
            <a:pPr lvl="1"/>
            <a:r>
              <a:rPr lang="en-US" dirty="0"/>
              <a:t>Data World: </a:t>
            </a:r>
            <a:r>
              <a:rPr lang="en-US" dirty="0">
                <a:hlinkClick r:id="rId3"/>
              </a:rPr>
              <a:t>https://data.world</a:t>
            </a:r>
            <a:endParaRPr lang="en-US" dirty="0"/>
          </a:p>
          <a:p>
            <a:pPr lvl="1"/>
            <a:r>
              <a:rPr lang="en-US" dirty="0"/>
              <a:t>Satu Data: </a:t>
            </a:r>
            <a:r>
              <a:rPr lang="en-US" dirty="0">
                <a:hlinkClick r:id="rId4"/>
              </a:rPr>
              <a:t>https://katalog.satudata.go.id/dataset</a:t>
            </a:r>
            <a:r>
              <a:rPr lang="en-US" dirty="0"/>
              <a:t> </a:t>
            </a:r>
          </a:p>
          <a:p>
            <a:pPr lvl="1"/>
            <a:r>
              <a:rPr lang="en-US" dirty="0"/>
              <a:t>Kaggle: </a:t>
            </a:r>
            <a:r>
              <a:rPr lang="en-US" dirty="0">
                <a:hlinkClick r:id="rId5"/>
              </a:rPr>
              <a:t>https://www.kaggle.com</a:t>
            </a:r>
            <a:r>
              <a:rPr lang="en-US" dirty="0"/>
              <a:t> </a:t>
            </a:r>
          </a:p>
          <a:p>
            <a:r>
              <a:rPr lang="en-US" dirty="0"/>
              <a:t>The latest submission date is the final exam date</a:t>
            </a:r>
          </a:p>
          <a:p>
            <a:pPr lvl="1"/>
            <a:r>
              <a:rPr lang="en-US" dirty="0"/>
              <a:t>Week 13 – Industry Guest Lecture. Dataset registration (unique).</a:t>
            </a:r>
          </a:p>
          <a:p>
            <a:pPr lvl="1"/>
            <a:r>
              <a:rPr lang="en-US" dirty="0"/>
              <a:t>Week 14 – EDA and Preliminary Analysis (10% of ALP)</a:t>
            </a:r>
          </a:p>
          <a:p>
            <a:pPr lvl="1"/>
            <a:r>
              <a:rPr lang="en-US" dirty="0"/>
              <a:t>Week 15 – Final Presentation (40% of ALP)</a:t>
            </a:r>
          </a:p>
          <a:p>
            <a:pPr lvl="1"/>
            <a:r>
              <a:rPr lang="en-US" dirty="0"/>
              <a:t>Week 16 – Paper Submission (50% of ALP)</a:t>
            </a:r>
          </a:p>
          <a:p>
            <a:endParaRPr lang="en-US" dirty="0"/>
          </a:p>
        </p:txBody>
      </p:sp>
      <p:sp>
        <p:nvSpPr>
          <p:cNvPr id="3" name="Title 2">
            <a:extLst>
              <a:ext uri="{FF2B5EF4-FFF2-40B4-BE49-F238E27FC236}">
                <a16:creationId xmlns:a16="http://schemas.microsoft.com/office/drawing/2014/main" id="{4E8FE20F-965A-0274-5090-24524B38EABE}"/>
              </a:ext>
            </a:extLst>
          </p:cNvPr>
          <p:cNvSpPr>
            <a:spLocks noGrp="1"/>
          </p:cNvSpPr>
          <p:nvPr>
            <p:ph type="title"/>
          </p:nvPr>
        </p:nvSpPr>
        <p:spPr/>
        <p:txBody>
          <a:bodyPr/>
          <a:lstStyle/>
          <a:p>
            <a:r>
              <a:rPr lang="en-US" dirty="0"/>
              <a:t>Who – Where – When </a:t>
            </a:r>
          </a:p>
        </p:txBody>
      </p:sp>
    </p:spTree>
    <p:extLst>
      <p:ext uri="{BB962C8B-B14F-4D97-AF65-F5344CB8AC3E}">
        <p14:creationId xmlns:p14="http://schemas.microsoft.com/office/powerpoint/2010/main" val="3719538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D43FD9-7BFF-68F1-932A-DDCA61763794}"/>
              </a:ext>
            </a:extLst>
          </p:cNvPr>
          <p:cNvSpPr>
            <a:spLocks noGrp="1"/>
          </p:cNvSpPr>
          <p:nvPr>
            <p:ph type="body" idx="1"/>
          </p:nvPr>
        </p:nvSpPr>
        <p:spPr>
          <a:xfrm>
            <a:off x="9608694" y="3071230"/>
            <a:ext cx="7822055" cy="6246900"/>
          </a:xfrm>
        </p:spPr>
        <p:txBody>
          <a:bodyPr>
            <a:normAutofit/>
          </a:bodyPr>
          <a:lstStyle/>
          <a:p>
            <a:pPr marL="95250" indent="0">
              <a:buNone/>
            </a:pPr>
            <a:r>
              <a:rPr lang="en-US"/>
              <a:t>Use Streamlit to create a visually appealing user interface for your ML application.</a:t>
            </a:r>
          </a:p>
          <a:p>
            <a:r>
              <a:rPr lang="en-US"/>
              <a:t>Parameters should be adjustable through the left sidebar.</a:t>
            </a:r>
          </a:p>
          <a:p>
            <a:r>
              <a:rPr lang="en-US"/>
              <a:t>Include visualizations to help users better understand the training data.</a:t>
            </a:r>
          </a:p>
          <a:p>
            <a:r>
              <a:rPr lang="en-US"/>
              <a:t>Deploy your application on Streamlit Community Cloud.</a:t>
            </a:r>
          </a:p>
        </p:txBody>
      </p:sp>
      <p:sp>
        <p:nvSpPr>
          <p:cNvPr id="3" name="Title 2">
            <a:extLst>
              <a:ext uri="{FF2B5EF4-FFF2-40B4-BE49-F238E27FC236}">
                <a16:creationId xmlns:a16="http://schemas.microsoft.com/office/drawing/2014/main" id="{07117F3B-EB32-F606-A0AE-CD779201D104}"/>
              </a:ext>
            </a:extLst>
          </p:cNvPr>
          <p:cNvSpPr>
            <a:spLocks noGrp="1"/>
          </p:cNvSpPr>
          <p:nvPr>
            <p:ph type="title"/>
          </p:nvPr>
        </p:nvSpPr>
        <p:spPr/>
        <p:txBody>
          <a:bodyPr>
            <a:normAutofit fontScale="90000"/>
          </a:bodyPr>
          <a:lstStyle/>
          <a:p>
            <a:r>
              <a:rPr lang="en-US"/>
              <a:t>Notes on Week 15 - Final Presentation</a:t>
            </a:r>
          </a:p>
        </p:txBody>
      </p:sp>
      <p:pic>
        <p:nvPicPr>
          <p:cNvPr id="4" name="Picture 3">
            <a:extLst>
              <a:ext uri="{FF2B5EF4-FFF2-40B4-BE49-F238E27FC236}">
                <a16:creationId xmlns:a16="http://schemas.microsoft.com/office/drawing/2014/main" id="{CBA632F5-B42A-DF16-B927-FBAF348CD0E8}"/>
              </a:ext>
            </a:extLst>
          </p:cNvPr>
          <p:cNvPicPr>
            <a:picLocks noChangeAspect="1"/>
          </p:cNvPicPr>
          <p:nvPr/>
        </p:nvPicPr>
        <p:blipFill>
          <a:blip r:embed="rId2"/>
          <a:stretch>
            <a:fillRect/>
          </a:stretch>
        </p:blipFill>
        <p:spPr>
          <a:xfrm>
            <a:off x="895350" y="3071230"/>
            <a:ext cx="8519312" cy="6246900"/>
          </a:xfrm>
          <a:prstGeom prst="rect">
            <a:avLst/>
          </a:prstGeom>
        </p:spPr>
      </p:pic>
    </p:spTree>
    <p:extLst>
      <p:ext uri="{BB962C8B-B14F-4D97-AF65-F5344CB8AC3E}">
        <p14:creationId xmlns:p14="http://schemas.microsoft.com/office/powerpoint/2010/main" val="215093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534CDB-789B-E0C6-7E4E-AC0C1E4E8D96}"/>
              </a:ext>
            </a:extLst>
          </p:cNvPr>
          <p:cNvSpPr>
            <a:spLocks noGrp="1"/>
          </p:cNvSpPr>
          <p:nvPr>
            <p:ph type="body" idx="1"/>
          </p:nvPr>
        </p:nvSpPr>
        <p:spPr/>
        <p:txBody>
          <a:bodyPr/>
          <a:lstStyle/>
          <a:p>
            <a:r>
              <a:rPr lang="en-US" dirty="0"/>
              <a:t>Paper writing standard should be following JUISI: </a:t>
            </a:r>
            <a:r>
              <a:rPr lang="en-US" dirty="0">
                <a:hlinkClick r:id="rId2"/>
              </a:rPr>
              <a:t>https://journal.uc.ac.id/index.php/JUISI</a:t>
            </a:r>
            <a:r>
              <a:rPr lang="en-US" dirty="0"/>
              <a:t> </a:t>
            </a:r>
          </a:p>
          <a:p>
            <a:r>
              <a:rPr lang="en-US" dirty="0"/>
              <a:t>Number of pages between 8-10</a:t>
            </a:r>
          </a:p>
          <a:p>
            <a:r>
              <a:rPr lang="en-US" dirty="0"/>
              <a:t>The use of Generative AI is encouraged, however similarity must be ≦ 25%</a:t>
            </a:r>
          </a:p>
          <a:p>
            <a:r>
              <a:rPr lang="en-US" dirty="0"/>
              <a:t>Python code not necessarily need to appear in the paper</a:t>
            </a:r>
          </a:p>
          <a:p>
            <a:r>
              <a:rPr lang="en-US" dirty="0"/>
              <a:t>Large graphics (e.g.: Pair Plot, Correlation Analysis, etc.) should be attached as appendixes</a:t>
            </a:r>
          </a:p>
          <a:p>
            <a:r>
              <a:rPr lang="en-US" dirty="0"/>
              <a:t>Examples for the content: </a:t>
            </a:r>
            <a:r>
              <a:rPr lang="en-US" dirty="0">
                <a:hlinkClick r:id="rId3"/>
              </a:rPr>
              <a:t>https://journal.yrpipku.com/index.php/jaets/article/view/918</a:t>
            </a:r>
            <a:r>
              <a:rPr lang="en-US" dirty="0"/>
              <a:t> </a:t>
            </a:r>
          </a:p>
        </p:txBody>
      </p:sp>
      <p:sp>
        <p:nvSpPr>
          <p:cNvPr id="3" name="Title 2">
            <a:extLst>
              <a:ext uri="{FF2B5EF4-FFF2-40B4-BE49-F238E27FC236}">
                <a16:creationId xmlns:a16="http://schemas.microsoft.com/office/drawing/2014/main" id="{E15EB56F-99CF-DC3F-5C89-547E01BB1F26}"/>
              </a:ext>
            </a:extLst>
          </p:cNvPr>
          <p:cNvSpPr>
            <a:spLocks noGrp="1"/>
          </p:cNvSpPr>
          <p:nvPr>
            <p:ph type="title"/>
          </p:nvPr>
        </p:nvSpPr>
        <p:spPr/>
        <p:txBody>
          <a:bodyPr>
            <a:normAutofit fontScale="90000"/>
          </a:bodyPr>
          <a:lstStyle/>
          <a:p>
            <a:r>
              <a:rPr lang="en-US" dirty="0"/>
              <a:t>Notes on Week 16 – Paper Submission</a:t>
            </a:r>
          </a:p>
        </p:txBody>
      </p:sp>
    </p:spTree>
    <p:extLst>
      <p:ext uri="{BB962C8B-B14F-4D97-AF65-F5344CB8AC3E}">
        <p14:creationId xmlns:p14="http://schemas.microsoft.com/office/powerpoint/2010/main" val="408977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831192A-DA69-F341-2B5F-63E22ABCFC3E}"/>
              </a:ext>
            </a:extLst>
          </p:cNvPr>
          <p:cNvSpPr>
            <a:spLocks noGrp="1"/>
          </p:cNvSpPr>
          <p:nvPr>
            <p:ph type="body" idx="1"/>
          </p:nvPr>
        </p:nvSpPr>
        <p:spPr>
          <a:xfrm>
            <a:off x="8139658" y="3071230"/>
            <a:ext cx="9291091" cy="6246900"/>
          </a:xfrm>
        </p:spPr>
        <p:txBody>
          <a:bodyPr>
            <a:normAutofit/>
          </a:bodyPr>
          <a:lstStyle/>
          <a:p>
            <a:pPr marL="95250" indent="0">
              <a:buNone/>
            </a:pPr>
            <a:r>
              <a:rPr lang="en-US" sz="2800" dirty="0"/>
              <a:t>The CRISP-DM (Cross-Industry Standard Process for Data Mining) methodology is a widely used framework for guiding data science and machine learning projects. It consists of six sequential phases, each serving a specific purpose:</a:t>
            </a:r>
          </a:p>
          <a:p>
            <a:pPr marL="552450" indent="-457200">
              <a:buFont typeface="+mj-lt"/>
              <a:buAutoNum type="arabicPeriod"/>
            </a:pPr>
            <a:r>
              <a:rPr lang="en-US" sz="2800" dirty="0"/>
              <a:t>Business Understanding</a:t>
            </a:r>
          </a:p>
          <a:p>
            <a:pPr marL="552450" indent="-457200">
              <a:buFont typeface="+mj-lt"/>
              <a:buAutoNum type="arabicPeriod"/>
            </a:pPr>
            <a:r>
              <a:rPr lang="en-US" sz="2800" dirty="0"/>
              <a:t>Data Understanding</a:t>
            </a:r>
          </a:p>
          <a:p>
            <a:pPr marL="552450" indent="-457200">
              <a:buFont typeface="+mj-lt"/>
              <a:buAutoNum type="arabicPeriod"/>
            </a:pPr>
            <a:r>
              <a:rPr lang="en-US" sz="2800" dirty="0"/>
              <a:t>Data Preparation</a:t>
            </a:r>
          </a:p>
          <a:p>
            <a:pPr marL="552450" indent="-457200">
              <a:buFont typeface="+mj-lt"/>
              <a:buAutoNum type="arabicPeriod"/>
            </a:pPr>
            <a:r>
              <a:rPr lang="en-US" sz="2800" dirty="0"/>
              <a:t>Modeling</a:t>
            </a:r>
          </a:p>
          <a:p>
            <a:pPr marL="552450" indent="-457200">
              <a:buFont typeface="+mj-lt"/>
              <a:buAutoNum type="arabicPeriod"/>
            </a:pPr>
            <a:r>
              <a:rPr lang="en-US" sz="2800" dirty="0"/>
              <a:t>Evaluation</a:t>
            </a:r>
          </a:p>
          <a:p>
            <a:pPr marL="552450" indent="-457200">
              <a:buFont typeface="+mj-lt"/>
              <a:buAutoNum type="arabicPeriod"/>
            </a:pPr>
            <a:r>
              <a:rPr lang="en-US" sz="2800" dirty="0"/>
              <a:t>Deployment</a:t>
            </a:r>
          </a:p>
        </p:txBody>
      </p:sp>
      <p:sp>
        <p:nvSpPr>
          <p:cNvPr id="3" name="Title 2">
            <a:extLst>
              <a:ext uri="{FF2B5EF4-FFF2-40B4-BE49-F238E27FC236}">
                <a16:creationId xmlns:a16="http://schemas.microsoft.com/office/drawing/2014/main" id="{600D7565-218E-CED4-22A9-7245A02A658D}"/>
              </a:ext>
            </a:extLst>
          </p:cNvPr>
          <p:cNvSpPr>
            <a:spLocks noGrp="1"/>
          </p:cNvSpPr>
          <p:nvPr>
            <p:ph type="title"/>
          </p:nvPr>
        </p:nvSpPr>
        <p:spPr/>
        <p:txBody>
          <a:bodyPr/>
          <a:lstStyle/>
          <a:p>
            <a:r>
              <a:rPr lang="en-US" dirty="0"/>
              <a:t>Our Methodology</a:t>
            </a:r>
          </a:p>
        </p:txBody>
      </p:sp>
      <p:pic>
        <p:nvPicPr>
          <p:cNvPr id="4" name="Google Shape;153;g2ba3aec25c9_1_76">
            <a:extLst>
              <a:ext uri="{FF2B5EF4-FFF2-40B4-BE49-F238E27FC236}">
                <a16:creationId xmlns:a16="http://schemas.microsoft.com/office/drawing/2014/main" id="{B36ABE44-B054-B56F-84C9-AEA5963B6220}"/>
              </a:ext>
            </a:extLst>
          </p:cNvPr>
          <p:cNvPicPr preferRelativeResize="0"/>
          <p:nvPr/>
        </p:nvPicPr>
        <p:blipFill>
          <a:blip r:embed="rId2">
            <a:alphaModFix/>
          </a:blip>
          <a:stretch>
            <a:fillRect/>
          </a:stretch>
        </p:blipFill>
        <p:spPr>
          <a:xfrm>
            <a:off x="857251" y="3071230"/>
            <a:ext cx="6038224" cy="6059070"/>
          </a:xfrm>
          <a:prstGeom prst="rect">
            <a:avLst/>
          </a:prstGeom>
          <a:noFill/>
          <a:ln>
            <a:noFill/>
          </a:ln>
        </p:spPr>
      </p:pic>
    </p:spTree>
    <p:extLst>
      <p:ext uri="{BB962C8B-B14F-4D97-AF65-F5344CB8AC3E}">
        <p14:creationId xmlns:p14="http://schemas.microsoft.com/office/powerpoint/2010/main" val="3014425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CBB127-E378-A901-CD13-736862B5E8B6}"/>
              </a:ext>
            </a:extLst>
          </p:cNvPr>
          <p:cNvSpPr>
            <a:spLocks noGrp="1"/>
          </p:cNvSpPr>
          <p:nvPr>
            <p:ph type="body" idx="1"/>
          </p:nvPr>
        </p:nvSpPr>
        <p:spPr/>
        <p:txBody>
          <a:bodyPr>
            <a:normAutofit fontScale="92500" lnSpcReduction="20000"/>
          </a:bodyPr>
          <a:lstStyle/>
          <a:p>
            <a:pPr algn="l">
              <a:buFont typeface="+mj-lt"/>
              <a:buAutoNum type="arabicPeriod"/>
            </a:pPr>
            <a:r>
              <a:rPr lang="en-ID" b="1" i="0" u="none" strike="noStrike" dirty="0">
                <a:solidFill>
                  <a:srgbClr val="111111"/>
                </a:solidFill>
                <a:effectLst/>
                <a:latin typeface="Calibri" panose="020F0502020204030204" pitchFamily="34" charset="0"/>
                <a:cs typeface="Calibri" panose="020F0502020204030204" pitchFamily="34" charset="0"/>
              </a:rPr>
              <a:t>Business Understanding</a:t>
            </a:r>
            <a:r>
              <a:rPr lang="en-ID" b="0" i="0" u="none" strike="noStrike" dirty="0">
                <a:solidFill>
                  <a:srgbClr val="111111"/>
                </a:solidFill>
                <a:effectLst/>
                <a:latin typeface="Calibri" panose="020F0502020204030204" pitchFamily="34" charset="0"/>
                <a:cs typeface="Calibri" panose="020F0502020204030204" pitchFamily="34" charset="0"/>
              </a:rPr>
              <a:t>:</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Understand the business problem or objective.</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Define project goals, success criteria, and constraints.</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Identify stakeholders and their requirements.</a:t>
            </a:r>
          </a:p>
          <a:p>
            <a:pPr algn="l">
              <a:buFont typeface="+mj-lt"/>
              <a:buAutoNum type="arabicPeriod"/>
            </a:pPr>
            <a:r>
              <a:rPr lang="en-ID" b="1" i="0" u="none" strike="noStrike" dirty="0">
                <a:solidFill>
                  <a:srgbClr val="111111"/>
                </a:solidFill>
                <a:effectLst/>
                <a:latin typeface="Calibri" panose="020F0502020204030204" pitchFamily="34" charset="0"/>
                <a:cs typeface="Calibri" panose="020F0502020204030204" pitchFamily="34" charset="0"/>
              </a:rPr>
              <a:t>Data Understanding</a:t>
            </a:r>
            <a:r>
              <a:rPr lang="en-ID" b="0" i="0" u="none" strike="noStrike" dirty="0">
                <a:solidFill>
                  <a:srgbClr val="111111"/>
                </a:solidFill>
                <a:effectLst/>
                <a:latin typeface="Calibri" panose="020F0502020204030204" pitchFamily="34" charset="0"/>
                <a:cs typeface="Calibri" panose="020F0502020204030204" pitchFamily="34" charset="0"/>
              </a:rPr>
              <a:t>:</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Collect and explore the data.</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Understand data sources, quality, and structure.</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Perform exploratory data analysis (EDA) to gain insights.</a:t>
            </a:r>
          </a:p>
          <a:p>
            <a:pPr algn="l">
              <a:buFont typeface="+mj-lt"/>
              <a:buAutoNum type="arabicPeriod"/>
            </a:pPr>
            <a:r>
              <a:rPr lang="en-ID" b="1" i="0" u="none" strike="noStrike" dirty="0">
                <a:solidFill>
                  <a:srgbClr val="111111"/>
                </a:solidFill>
                <a:effectLst/>
                <a:latin typeface="Calibri" panose="020F0502020204030204" pitchFamily="34" charset="0"/>
                <a:cs typeface="Calibri" panose="020F0502020204030204" pitchFamily="34" charset="0"/>
              </a:rPr>
              <a:t>Data Preparation</a:t>
            </a:r>
            <a:r>
              <a:rPr lang="en-ID" b="0" i="0" u="none" strike="noStrike" dirty="0">
                <a:solidFill>
                  <a:srgbClr val="111111"/>
                </a:solidFill>
                <a:effectLst/>
                <a:latin typeface="Calibri" panose="020F0502020204030204" pitchFamily="34" charset="0"/>
                <a:cs typeface="Calibri" panose="020F0502020204030204" pitchFamily="34" charset="0"/>
              </a:rPr>
              <a:t>:</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Clean and preprocess the data.</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Handle missing values, outliers, and inconsistencies.</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Transform and engineer features for modelling.</a:t>
            </a:r>
          </a:p>
          <a:p>
            <a:endParaRPr lang="en-US"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4337A29B-98E7-A27E-0A97-47CD7DFD97DA}"/>
              </a:ext>
            </a:extLst>
          </p:cNvPr>
          <p:cNvSpPr>
            <a:spLocks noGrp="1"/>
          </p:cNvSpPr>
          <p:nvPr>
            <p:ph type="title"/>
          </p:nvPr>
        </p:nvSpPr>
        <p:spPr/>
        <p:txBody>
          <a:bodyPr/>
          <a:lstStyle/>
          <a:p>
            <a:r>
              <a:rPr lang="en-US" dirty="0"/>
              <a:t>Phases of CRISP-DM</a:t>
            </a:r>
          </a:p>
        </p:txBody>
      </p:sp>
    </p:spTree>
    <p:extLst>
      <p:ext uri="{BB962C8B-B14F-4D97-AF65-F5344CB8AC3E}">
        <p14:creationId xmlns:p14="http://schemas.microsoft.com/office/powerpoint/2010/main" val="594993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CBB127-E378-A901-CD13-736862B5E8B6}"/>
              </a:ext>
            </a:extLst>
          </p:cNvPr>
          <p:cNvSpPr>
            <a:spLocks noGrp="1"/>
          </p:cNvSpPr>
          <p:nvPr>
            <p:ph type="body" idx="1"/>
          </p:nvPr>
        </p:nvSpPr>
        <p:spPr/>
        <p:txBody>
          <a:bodyPr>
            <a:normAutofit fontScale="85000" lnSpcReduction="20000"/>
          </a:bodyPr>
          <a:lstStyle/>
          <a:p>
            <a:pPr algn="l">
              <a:buFont typeface="+mj-lt"/>
              <a:buAutoNum type="arabicPeriod" startAt="4"/>
            </a:pPr>
            <a:r>
              <a:rPr lang="en-ID" b="1" i="0" u="none" strike="noStrike" dirty="0">
                <a:solidFill>
                  <a:srgbClr val="111111"/>
                </a:solidFill>
                <a:effectLst/>
                <a:latin typeface="Calibri" panose="020F0502020204030204" pitchFamily="34" charset="0"/>
                <a:cs typeface="Calibri" panose="020F0502020204030204" pitchFamily="34" charset="0"/>
              </a:rPr>
              <a:t>Modelling</a:t>
            </a:r>
            <a:r>
              <a:rPr lang="en-ID" b="0" i="0" u="none" strike="noStrike" dirty="0">
                <a:solidFill>
                  <a:srgbClr val="111111"/>
                </a:solidFill>
                <a:effectLst/>
                <a:latin typeface="Calibri" panose="020F0502020204030204" pitchFamily="34" charset="0"/>
                <a:cs typeface="Calibri" panose="020F0502020204030204" pitchFamily="34" charset="0"/>
              </a:rPr>
              <a:t>:</a:t>
            </a:r>
          </a:p>
          <a:p>
            <a:pPr marL="971550" lvl="1" indent="-514350"/>
            <a:r>
              <a:rPr lang="en-ID" b="0" i="0" u="none" strike="noStrike" dirty="0">
                <a:solidFill>
                  <a:srgbClr val="111111"/>
                </a:solidFill>
                <a:effectLst/>
                <a:latin typeface="Calibri" panose="020F0502020204030204" pitchFamily="34" charset="0"/>
                <a:cs typeface="Calibri" panose="020F0502020204030204" pitchFamily="34" charset="0"/>
              </a:rPr>
              <a:t>In this phase, you build and train machine learning models.</a:t>
            </a:r>
          </a:p>
          <a:p>
            <a:pPr marL="971550" lvl="1" indent="-514350"/>
            <a:r>
              <a:rPr lang="en-ID" b="0" i="0" u="none" strike="noStrike" dirty="0">
                <a:solidFill>
                  <a:srgbClr val="111111"/>
                </a:solidFill>
                <a:effectLst/>
                <a:latin typeface="Calibri" panose="020F0502020204030204" pitchFamily="34" charset="0"/>
                <a:cs typeface="Calibri" panose="020F0502020204030204" pitchFamily="34" charset="0"/>
              </a:rPr>
              <a:t>Select appropriate algorithms (e.g., regression, classification, clustering).</a:t>
            </a:r>
          </a:p>
          <a:p>
            <a:pPr marL="971550" lvl="1" indent="-514350"/>
            <a:r>
              <a:rPr lang="en-ID" b="0" i="0" u="none" strike="noStrike" dirty="0">
                <a:solidFill>
                  <a:srgbClr val="111111"/>
                </a:solidFill>
                <a:effectLst/>
                <a:latin typeface="Calibri" panose="020F0502020204030204" pitchFamily="34" charset="0"/>
                <a:cs typeface="Calibri" panose="020F0502020204030204" pitchFamily="34" charset="0"/>
              </a:rPr>
              <a:t>Fine-tune hyperparameters using techniques like cross-validation.</a:t>
            </a:r>
          </a:p>
          <a:p>
            <a:pPr marL="971550" lvl="1" indent="-514350"/>
            <a:r>
              <a:rPr lang="en-ID" b="0" i="0" u="none" strike="noStrike" dirty="0">
                <a:solidFill>
                  <a:srgbClr val="111111"/>
                </a:solidFill>
                <a:effectLst/>
                <a:latin typeface="Calibri" panose="020F0502020204030204" pitchFamily="34" charset="0"/>
                <a:cs typeface="Calibri" panose="020F0502020204030204" pitchFamily="34" charset="0"/>
              </a:rPr>
              <a:t>Evaluate model performance using metrics (e.g., accuracy, precision, recall, F1-score).</a:t>
            </a:r>
          </a:p>
          <a:p>
            <a:pPr algn="l">
              <a:buFont typeface="+mj-lt"/>
              <a:buAutoNum type="arabicPeriod" startAt="4"/>
            </a:pPr>
            <a:r>
              <a:rPr lang="en-ID" b="1" i="0" u="none" strike="noStrike" dirty="0">
                <a:solidFill>
                  <a:srgbClr val="111111"/>
                </a:solidFill>
                <a:effectLst/>
                <a:latin typeface="Calibri" panose="020F0502020204030204" pitchFamily="34" charset="0"/>
                <a:cs typeface="Calibri" panose="020F0502020204030204" pitchFamily="34" charset="0"/>
              </a:rPr>
              <a:t>Evaluation</a:t>
            </a:r>
            <a:r>
              <a:rPr lang="en-ID" b="0" i="0" u="none" strike="noStrike" dirty="0">
                <a:solidFill>
                  <a:srgbClr val="111111"/>
                </a:solidFill>
                <a:effectLst/>
                <a:latin typeface="Calibri" panose="020F0502020204030204" pitchFamily="34" charset="0"/>
                <a:cs typeface="Calibri" panose="020F0502020204030204" pitchFamily="34" charset="0"/>
              </a:rPr>
              <a:t>:</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Assess the model’s performance on unseen data (validation or test set).</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Compare different models and select the best one.</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Consider business goals and constraints (e.g., false positives vs. false negatives).</a:t>
            </a:r>
          </a:p>
          <a:p>
            <a:pPr algn="l">
              <a:buFont typeface="+mj-lt"/>
              <a:buAutoNum type="arabicPeriod" startAt="4"/>
            </a:pPr>
            <a:r>
              <a:rPr lang="en-ID" b="1" i="0" u="none" strike="noStrike" dirty="0">
                <a:solidFill>
                  <a:srgbClr val="111111"/>
                </a:solidFill>
                <a:effectLst/>
                <a:latin typeface="Calibri" panose="020F0502020204030204" pitchFamily="34" charset="0"/>
                <a:cs typeface="Calibri" panose="020F0502020204030204" pitchFamily="34" charset="0"/>
              </a:rPr>
              <a:t>Deployment</a:t>
            </a:r>
            <a:r>
              <a:rPr lang="en-ID" b="0" i="0" u="none" strike="noStrike" dirty="0">
                <a:solidFill>
                  <a:srgbClr val="111111"/>
                </a:solidFill>
                <a:effectLst/>
                <a:latin typeface="Calibri" panose="020F0502020204030204" pitchFamily="34" charset="0"/>
                <a:cs typeface="Calibri" panose="020F0502020204030204" pitchFamily="34" charset="0"/>
              </a:rPr>
              <a:t>:</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Deploy the chosen model into a production environment.</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Integrate the model with existing systems or applications.</a:t>
            </a:r>
          </a:p>
          <a:p>
            <a:pPr lvl="1" indent="-457200"/>
            <a:r>
              <a:rPr lang="en-ID" b="0" i="0" u="none" strike="noStrike" dirty="0">
                <a:solidFill>
                  <a:srgbClr val="111111"/>
                </a:solidFill>
                <a:effectLst/>
                <a:latin typeface="Calibri" panose="020F0502020204030204" pitchFamily="34" charset="0"/>
                <a:cs typeface="Calibri" panose="020F0502020204030204" pitchFamily="34" charset="0"/>
              </a:rPr>
              <a:t>Monitor model performance and retrain as needed.</a:t>
            </a:r>
          </a:p>
        </p:txBody>
      </p:sp>
      <p:sp>
        <p:nvSpPr>
          <p:cNvPr id="3" name="Title 2">
            <a:extLst>
              <a:ext uri="{FF2B5EF4-FFF2-40B4-BE49-F238E27FC236}">
                <a16:creationId xmlns:a16="http://schemas.microsoft.com/office/drawing/2014/main" id="{4337A29B-98E7-A27E-0A97-47CD7DFD97DA}"/>
              </a:ext>
            </a:extLst>
          </p:cNvPr>
          <p:cNvSpPr>
            <a:spLocks noGrp="1"/>
          </p:cNvSpPr>
          <p:nvPr>
            <p:ph type="title"/>
          </p:nvPr>
        </p:nvSpPr>
        <p:spPr/>
        <p:txBody>
          <a:bodyPr/>
          <a:lstStyle/>
          <a:p>
            <a:r>
              <a:rPr lang="en-US" dirty="0"/>
              <a:t>Phases of CRISP-DM (Cont’d)</a:t>
            </a:r>
          </a:p>
        </p:txBody>
      </p:sp>
    </p:spTree>
    <p:extLst>
      <p:ext uri="{BB962C8B-B14F-4D97-AF65-F5344CB8AC3E}">
        <p14:creationId xmlns:p14="http://schemas.microsoft.com/office/powerpoint/2010/main" val="2072900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DE3E10-6FB8-9C3F-2CA4-5338E794EA7A}"/>
              </a:ext>
            </a:extLst>
          </p:cNvPr>
          <p:cNvSpPr>
            <a:spLocks noGrp="1"/>
          </p:cNvSpPr>
          <p:nvPr>
            <p:ph type="title"/>
          </p:nvPr>
        </p:nvSpPr>
        <p:spPr/>
        <p:txBody>
          <a:bodyPr/>
          <a:lstStyle/>
          <a:p>
            <a:r>
              <a:rPr lang="en-US" dirty="0"/>
              <a:t>Grading V.1.0</a:t>
            </a:r>
          </a:p>
        </p:txBody>
      </p:sp>
      <p:sp>
        <p:nvSpPr>
          <p:cNvPr id="4" name="TextBox 3">
            <a:extLst>
              <a:ext uri="{FF2B5EF4-FFF2-40B4-BE49-F238E27FC236}">
                <a16:creationId xmlns:a16="http://schemas.microsoft.com/office/drawing/2014/main" id="{022ABA1A-4DC3-3734-1C8E-5F75A0579A4D}"/>
              </a:ext>
            </a:extLst>
          </p:cNvPr>
          <p:cNvSpPr txBox="1"/>
          <p:nvPr/>
        </p:nvSpPr>
        <p:spPr>
          <a:xfrm>
            <a:off x="1131125" y="7969468"/>
            <a:ext cx="10723563" cy="646331"/>
          </a:xfrm>
          <a:prstGeom prst="rect">
            <a:avLst/>
          </a:prstGeom>
          <a:noFill/>
        </p:spPr>
        <p:txBody>
          <a:bodyPr wrap="square" rtlCol="0">
            <a:spAutoFit/>
          </a:bodyPr>
          <a:lstStyle/>
          <a:p>
            <a:r>
              <a:rPr lang="en-US" sz="1800" dirty="0">
                <a:solidFill>
                  <a:schemeClr val="tx1"/>
                </a:solidFill>
                <a:latin typeface="Calibri" panose="020F0502020204030204" pitchFamily="34" charset="0"/>
                <a:cs typeface="Calibri" panose="020F0502020204030204" pitchFamily="34" charset="0"/>
              </a:rPr>
              <a:t>Note the final grade will be multiplied by the teamwork score (ranges from 0.8 to 1.0)</a:t>
            </a:r>
          </a:p>
          <a:p>
            <a:r>
              <a:rPr lang="en-US" sz="1800" dirty="0">
                <a:solidFill>
                  <a:schemeClr val="tx1"/>
                </a:solidFill>
                <a:latin typeface="Calibri" panose="020F0502020204030204" pitchFamily="34" charset="0"/>
                <a:cs typeface="Calibri" panose="020F0502020204030204" pitchFamily="34" charset="0"/>
              </a:rPr>
              <a:t>Teamwork score of 0.8 denotes poor teamwork, 1.0 indicates excellent teamwork.</a:t>
            </a:r>
          </a:p>
        </p:txBody>
      </p:sp>
      <p:pic>
        <p:nvPicPr>
          <p:cNvPr id="5" name="Content Placeholder 6">
            <a:extLst>
              <a:ext uri="{FF2B5EF4-FFF2-40B4-BE49-F238E27FC236}">
                <a16:creationId xmlns:a16="http://schemas.microsoft.com/office/drawing/2014/main" id="{F01C83C5-D235-FE0B-E130-B2C23BE58103}"/>
              </a:ext>
            </a:extLst>
          </p:cNvPr>
          <p:cNvPicPr>
            <a:picLocks noChangeAspect="1"/>
          </p:cNvPicPr>
          <p:nvPr/>
        </p:nvPicPr>
        <p:blipFill>
          <a:blip r:embed="rId2"/>
          <a:stretch>
            <a:fillRect/>
          </a:stretch>
        </p:blipFill>
        <p:spPr>
          <a:xfrm>
            <a:off x="1131125" y="3084773"/>
            <a:ext cx="16323232" cy="4695122"/>
          </a:xfrm>
          <a:prstGeom prst="rect">
            <a:avLst/>
          </a:prstGeom>
          <a:noFill/>
          <a:ln>
            <a:noFill/>
          </a:ln>
        </p:spPr>
      </p:pic>
    </p:spTree>
    <p:extLst>
      <p:ext uri="{BB962C8B-B14F-4D97-AF65-F5344CB8AC3E}">
        <p14:creationId xmlns:p14="http://schemas.microsoft.com/office/powerpoint/2010/main" val="1474170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7849200" y="3143950"/>
            <a:ext cx="9024600" cy="2549100"/>
          </a:xfrm>
          <a:prstGeom prst="rect">
            <a:avLst/>
          </a:prstGeom>
          <a:noFill/>
          <a:ln>
            <a:noFill/>
          </a:ln>
        </p:spPr>
        <p:txBody>
          <a:bodyPr spcFirstLastPara="1" wrap="square" lIns="91425" tIns="45700" rIns="91425" bIns="45700" anchor="b" anchorCtr="0">
            <a:spAutoFit/>
          </a:bodyPr>
          <a:lstStyle/>
          <a:p>
            <a:pPr marL="0" lvl="0" indent="0" algn="l" rtl="0">
              <a:lnSpc>
                <a:spcPct val="110001"/>
              </a:lnSpc>
              <a:spcBef>
                <a:spcPts val="0"/>
              </a:spcBef>
              <a:spcAft>
                <a:spcPts val="0"/>
              </a:spcAft>
              <a:buSzPts val="4400"/>
              <a:buNone/>
            </a:pPr>
            <a:r>
              <a:rPr lang="en-US"/>
              <a:t>Thank You and Have a Great Day</a:t>
            </a:r>
            <a:endParaRPr/>
          </a:p>
        </p:txBody>
      </p:sp>
      <p:pic>
        <p:nvPicPr>
          <p:cNvPr id="198" name="Google Shape;198;p13"/>
          <p:cNvPicPr preferRelativeResize="0">
            <a:picLocks noGrp="1"/>
          </p:cNvPicPr>
          <p:nvPr>
            <p:ph type="pic" idx="2"/>
          </p:nvPr>
        </p:nvPicPr>
        <p:blipFill rotWithShape="1">
          <a:blip r:embed="rId3">
            <a:alphaModFix/>
          </a:blip>
          <a:srcRect l="12246" r="12253"/>
          <a:stretch/>
        </p:blipFill>
        <p:spPr>
          <a:xfrm>
            <a:off x="-4858675" y="-680600"/>
            <a:ext cx="11776800" cy="10198200"/>
          </a:xfrm>
          <a:prstGeom prst="hexagon">
            <a:avLst>
              <a:gd name="adj" fmla="val 25000"/>
              <a:gd name="vf" fmla="val 115470"/>
            </a:avLst>
          </a:prstGeom>
          <a:noFill/>
          <a:ln>
            <a:noFill/>
          </a:ln>
        </p:spPr>
      </p:pic>
    </p:spTree>
  </p:cSld>
  <p:clrMapOvr>
    <a:masterClrMapping/>
  </p:clrMapOvr>
</p:sld>
</file>

<file path=ppt/theme/theme1.xml><?xml version="1.0" encoding="utf-8"?>
<a:theme xmlns:a="http://schemas.openxmlformats.org/drawingml/2006/main" name="UC-ISB-2023">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781</Words>
  <Application>Microsoft Office PowerPoint</Application>
  <PresentationFormat>Custom</PresentationFormat>
  <Paragraphs>79</Paragraphs>
  <Slides>11</Slides>
  <Notes>3</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UC-ISB-2023</vt:lpstr>
      <vt:lpstr>Week 13-15 Data Science  Capstone Project</vt:lpstr>
      <vt:lpstr>Learning Objectives</vt:lpstr>
      <vt:lpstr>What is Capstone Project</vt:lpstr>
      <vt:lpstr>Who – Where – When </vt:lpstr>
      <vt:lpstr>Notes on Week 15 - Final Presentation</vt:lpstr>
      <vt:lpstr>Notes on Week 16 – Paper Submission</vt:lpstr>
      <vt:lpstr>Our Methodology</vt:lpstr>
      <vt:lpstr>Phases of CRISP-DM</vt:lpstr>
      <vt:lpstr>Phases of CRISP-DM (Cont’d)</vt:lpstr>
      <vt:lpstr>Grading V.1.0</vt:lpstr>
      <vt:lpstr>Thank You and Have a Great 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Data Science  Methodology</dc:title>
  <cp:lastModifiedBy>Trianggoro Wiradinata</cp:lastModifiedBy>
  <cp:revision>18</cp:revision>
  <dcterms:modified xsi:type="dcterms:W3CDTF">2026-05-06T13:59:36Z</dcterms:modified>
</cp:coreProperties>
</file>